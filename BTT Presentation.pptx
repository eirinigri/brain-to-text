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8" r:id="rId4"/>
  </p:sldMasterIdLst>
  <p:notesMasterIdLst>
    <p:notesMasterId r:id="rId17"/>
  </p:notesMasterIdLst>
  <p:sldIdLst>
    <p:sldId id="335" r:id="rId5"/>
    <p:sldId id="343" r:id="rId6"/>
    <p:sldId id="351" r:id="rId7"/>
    <p:sldId id="352" r:id="rId8"/>
    <p:sldId id="348" r:id="rId9"/>
    <p:sldId id="353" r:id="rId10"/>
    <p:sldId id="355" r:id="rId11"/>
    <p:sldId id="356" r:id="rId12"/>
    <p:sldId id="357" r:id="rId13"/>
    <p:sldId id="354" r:id="rId14"/>
    <p:sldId id="358" r:id="rId15"/>
    <p:sldId id="35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A5998-21BA-B745-AB9D-4E01F14E1A21}" v="2" dt="2026-01-25T13:10:02.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96" autoAdjust="0"/>
    <p:restoredTop sz="95200" autoAdjust="0"/>
  </p:normalViewPr>
  <p:slideViewPr>
    <p:cSldViewPr snapToGrid="0">
      <p:cViewPr>
        <p:scale>
          <a:sx n="72" d="100"/>
          <a:sy n="72" d="100"/>
        </p:scale>
        <p:origin x="968" y="1328"/>
      </p:cViewPr>
      <p:guideLst>
        <p:guide orient="horz" pos="3672"/>
        <p:guide pos="3840"/>
      </p:guideLst>
    </p:cSldViewPr>
  </p:slideViewPr>
  <p:outlineViewPr>
    <p:cViewPr>
      <p:scale>
        <a:sx n="33" d="100"/>
        <a:sy n="33" d="100"/>
      </p:scale>
      <p:origin x="0" y="-106"/>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31DFB3-42E8-9540-92FB-4AE3F4203FE5}"/>
              </a:ext>
              <a:ext uri="{C183D7F6-B498-43B3-948B-1728B52AA6E4}">
                <adec:decorative xmlns:adec="http://schemas.microsoft.com/office/drawing/2017/decorative" val="1"/>
              </a:ext>
            </a:extLst>
          </p:cNvPr>
          <p:cNvSpPr>
            <a:spLocks/>
          </p:cNvSpPr>
          <p:nvPr userDrawn="1"/>
        </p:nvSpPr>
        <p:spPr bwMode="auto">
          <a:xfrm>
            <a:off x="0" y="1"/>
            <a:ext cx="11158847" cy="5824846"/>
          </a:xfrm>
          <a:prstGeom prst="rect">
            <a:avLst/>
          </a:prstGeom>
          <a:solidFill>
            <a:schemeClr val="accent2"/>
          </a:solidFill>
          <a:ln>
            <a:noFill/>
          </a:ln>
        </p:spPr>
        <p:txBody>
          <a:bodyPr rot="0" vert="horz" wrap="square" lIns="91440" tIns="45720" rIns="91440" bIns="45720" anchor="t" anchorCtr="0" upright="1">
            <a:noAutofit/>
          </a:bodyPr>
          <a:lstStyle/>
          <a:p>
            <a:endParaRPr lang="en-US" dirty="0"/>
          </a:p>
        </p:txBody>
      </p:sp>
      <p:cxnSp>
        <p:nvCxnSpPr>
          <p:cNvPr id="6" name="Straight Connector 5">
            <a:extLst>
              <a:ext uri="{FF2B5EF4-FFF2-40B4-BE49-F238E27FC236}">
                <a16:creationId xmlns:a16="http://schemas.microsoft.com/office/drawing/2014/main" id="{F13C1B90-0A14-7B4B-B05B-357A6A88291E}"/>
              </a:ext>
            </a:extLst>
          </p:cNvPr>
          <p:cNvCxnSpPr>
            <a:cxnSpLocks/>
          </p:cNvCxnSpPr>
          <p:nvPr userDrawn="1"/>
        </p:nvCxnSpPr>
        <p:spPr>
          <a:xfrm>
            <a:off x="1036261" y="4159793"/>
            <a:ext cx="10122586" cy="0"/>
          </a:xfrm>
          <a:prstGeom prst="line">
            <a:avLst/>
          </a:prstGeom>
          <a:ln w="127000"/>
        </p:spPr>
        <p:style>
          <a:lnRef idx="1">
            <a:schemeClr val="dk1"/>
          </a:lnRef>
          <a:fillRef idx="0">
            <a:schemeClr val="dk1"/>
          </a:fillRef>
          <a:effectRef idx="0">
            <a:schemeClr val="dk1"/>
          </a:effectRef>
          <a:fontRef idx="minor">
            <a:schemeClr val="tx1"/>
          </a:fontRef>
        </p:style>
      </p:cxnSp>
      <p:sp>
        <p:nvSpPr>
          <p:cNvPr id="12" name="Content Placeholder 10">
            <a:extLst>
              <a:ext uri="{FF2B5EF4-FFF2-40B4-BE49-F238E27FC236}">
                <a16:creationId xmlns:a16="http://schemas.microsoft.com/office/drawing/2014/main" id="{90097E88-8912-8A4F-9D00-BDA132434FE4}"/>
              </a:ext>
            </a:extLst>
          </p:cNvPr>
          <p:cNvSpPr>
            <a:spLocks noGrp="1"/>
          </p:cNvSpPr>
          <p:nvPr>
            <p:ph sz="quarter" idx="11"/>
          </p:nvPr>
        </p:nvSpPr>
        <p:spPr>
          <a:xfrm>
            <a:off x="1033153" y="4728131"/>
            <a:ext cx="7806047" cy="281164"/>
          </a:xfrm>
          <a:prstGeom prst="rect">
            <a:avLst/>
          </a:prstGeom>
        </p:spPr>
        <p:txBody>
          <a:bodyPr lIns="0" tIns="0" rIns="0" bIns="0"/>
          <a:lstStyle>
            <a:lvl1pPr marL="0" indent="0">
              <a:buNone/>
              <a:defRPr sz="1600"/>
            </a:lvl1pPr>
          </a:lstStyle>
          <a:p>
            <a:pPr lvl="0"/>
            <a:r>
              <a:rPr lang="en-US" dirty="0"/>
              <a:t>Click to edit</a:t>
            </a:r>
          </a:p>
        </p:txBody>
      </p:sp>
      <p:sp>
        <p:nvSpPr>
          <p:cNvPr id="4" name="Title 3">
            <a:extLst>
              <a:ext uri="{FF2B5EF4-FFF2-40B4-BE49-F238E27FC236}">
                <a16:creationId xmlns:a16="http://schemas.microsoft.com/office/drawing/2014/main" id="{E58E2CE6-6A25-40B9-BD31-82C750738938}"/>
              </a:ext>
            </a:extLst>
          </p:cNvPr>
          <p:cNvSpPr>
            <a:spLocks noGrp="1"/>
          </p:cNvSpPr>
          <p:nvPr>
            <p:ph type="title"/>
          </p:nvPr>
        </p:nvSpPr>
        <p:spPr>
          <a:xfrm>
            <a:off x="976313" y="1656344"/>
            <a:ext cx="7805737" cy="2113466"/>
          </a:xfrm>
          <a:prstGeom prst="rect">
            <a:avLst/>
          </a:prstGeom>
        </p:spPr>
        <p:txBody>
          <a:bodyPr anchor="b"/>
          <a:lstStyle>
            <a:lvl1pPr>
              <a:defRPr sz="6000"/>
            </a:lvl1pPr>
          </a:lstStyle>
          <a:p>
            <a:r>
              <a:rPr lang="en-US" dirty="0"/>
              <a:t>Click to edit</a:t>
            </a:r>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7687ADE-BAA9-634F-96B8-ACF4EE9BDFC7}"/>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sp>
        <p:nvSpPr>
          <p:cNvPr id="3" name="Text Placeholder 2">
            <a:extLst>
              <a:ext uri="{FF2B5EF4-FFF2-40B4-BE49-F238E27FC236}">
                <a16:creationId xmlns:a16="http://schemas.microsoft.com/office/drawing/2014/main" id="{8BFC26CF-26CC-354C-BB60-AD3E01D575ED}"/>
              </a:ext>
            </a:extLst>
          </p:cNvPr>
          <p:cNvSpPr>
            <a:spLocks noGrp="1"/>
          </p:cNvSpPr>
          <p:nvPr>
            <p:ph type="body" sz="quarter" idx="10"/>
          </p:nvPr>
        </p:nvSpPr>
        <p:spPr>
          <a:xfrm>
            <a:off x="1028700" y="2286000"/>
            <a:ext cx="7810499" cy="2904530"/>
          </a:xfrm>
          <a:prstGeom prst="rect">
            <a:avLst/>
          </a:prstGeom>
        </p:spPr>
        <p:txBody>
          <a:bodyPr lIns="0" tIns="0" rIns="0" bIns="0"/>
          <a:lstStyle>
            <a:lvl1pPr marL="0" indent="0">
              <a:lnSpc>
                <a:spcPct val="100000"/>
              </a:lnSpc>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cxnSp>
        <p:nvCxnSpPr>
          <p:cNvPr id="11" name="Straight Connector 10">
            <a:extLst>
              <a:ext uri="{FF2B5EF4-FFF2-40B4-BE49-F238E27FC236}">
                <a16:creationId xmlns:a16="http://schemas.microsoft.com/office/drawing/2014/main" id="{BBEC4E73-6A9F-2F46-89D1-559CE56C12BE}"/>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17" name="Title 1">
            <a:extLst>
              <a:ext uri="{FF2B5EF4-FFF2-40B4-BE49-F238E27FC236}">
                <a16:creationId xmlns:a16="http://schemas.microsoft.com/office/drawing/2014/main" id="{88BFD865-74BB-5B40-8DA8-7D7B921A75F5}"/>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sp>
        <p:nvSpPr>
          <p:cNvPr id="13" name="Footer Placeholder 12">
            <a:extLst>
              <a:ext uri="{FF2B5EF4-FFF2-40B4-BE49-F238E27FC236}">
                <a16:creationId xmlns:a16="http://schemas.microsoft.com/office/drawing/2014/main" id="{71D589B3-67A1-4B39-9EEF-2FB7AB10ECED}"/>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14" name="Slide Number Placeholder 13">
            <a:extLst>
              <a:ext uri="{FF2B5EF4-FFF2-40B4-BE49-F238E27FC236}">
                <a16:creationId xmlns:a16="http://schemas.microsoft.com/office/drawing/2014/main" id="{F5D91E6B-55B5-4092-AD3B-F7E1FD004599}"/>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71163122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35C0DBA-B958-984A-8540-551D3604D6D8}"/>
              </a:ext>
            </a:extLst>
          </p:cNvPr>
          <p:cNvSpPr>
            <a:spLocks noGrp="1"/>
          </p:cNvSpPr>
          <p:nvPr>
            <p:ph type="title"/>
          </p:nvPr>
        </p:nvSpPr>
        <p:spPr>
          <a:xfrm>
            <a:off x="1028700" y="999068"/>
            <a:ext cx="4876800" cy="645284"/>
          </a:xfrm>
          <a:prstGeom prst="rect">
            <a:avLst/>
          </a:prstGeom>
        </p:spPr>
        <p:txBody>
          <a:bodyPr lIns="0" tIns="0" rIns="0" bIns="0" anchor="b"/>
          <a:lstStyle/>
          <a:p>
            <a:r>
              <a:rPr lang="en-US" dirty="0"/>
              <a:t>Click to edit</a:t>
            </a:r>
          </a:p>
        </p:txBody>
      </p:sp>
      <p:sp>
        <p:nvSpPr>
          <p:cNvPr id="25" name="Content Placeholder 2">
            <a:extLst>
              <a:ext uri="{FF2B5EF4-FFF2-40B4-BE49-F238E27FC236}">
                <a16:creationId xmlns:a16="http://schemas.microsoft.com/office/drawing/2014/main" id="{0C9ECF50-A899-D84A-8DA7-545D7B1945C4}"/>
              </a:ext>
            </a:extLst>
          </p:cNvPr>
          <p:cNvSpPr>
            <a:spLocks noGrp="1"/>
          </p:cNvSpPr>
          <p:nvPr>
            <p:ph sz="half" idx="1"/>
          </p:nvPr>
        </p:nvSpPr>
        <p:spPr>
          <a:xfrm>
            <a:off x="1028700" y="2286003"/>
            <a:ext cx="4876800" cy="3568696"/>
          </a:xfrm>
          <a:prstGeom prst="rect">
            <a:avLst/>
          </a:prstGeom>
        </p:spPr>
        <p:txBody>
          <a:bodyPr lIns="0" tIns="0" rIns="0" bIns="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Click to edit</a:t>
            </a:r>
          </a:p>
        </p:txBody>
      </p:sp>
      <p:cxnSp>
        <p:nvCxnSpPr>
          <p:cNvPr id="11" name="Straight Connector 10">
            <a:extLst>
              <a:ext uri="{FF2B5EF4-FFF2-40B4-BE49-F238E27FC236}">
                <a16:creationId xmlns:a16="http://schemas.microsoft.com/office/drawing/2014/main" id="{0C23E260-2F88-C54F-893E-80966D14934A}"/>
              </a:ext>
            </a:extLst>
          </p:cNvPr>
          <p:cNvCxnSpPr>
            <a:cxnSpLocks/>
          </p:cNvCxnSpPr>
          <p:nvPr userDrawn="1"/>
        </p:nvCxnSpPr>
        <p:spPr>
          <a:xfrm>
            <a:off x="1033153" y="1869925"/>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141785DC-164D-344A-8D61-85C59CABECCD}"/>
              </a:ext>
            </a:extLst>
          </p:cNvPr>
          <p:cNvSpPr>
            <a:spLocks noGrp="1"/>
          </p:cNvSpPr>
          <p:nvPr>
            <p:ph type="pic" sz="quarter" idx="10"/>
          </p:nvPr>
        </p:nvSpPr>
        <p:spPr>
          <a:xfrm>
            <a:off x="7354824" y="990600"/>
            <a:ext cx="4837176" cy="4837176"/>
          </a:xfrm>
          <a:prstGeom prst="rect">
            <a:avLst/>
          </a:prstGeom>
        </p:spPr>
        <p:txBody>
          <a:bodyPr/>
          <a:lstStyle/>
          <a:p>
            <a:endParaRPr lang="en-US" dirty="0"/>
          </a:p>
        </p:txBody>
      </p:sp>
      <p:sp>
        <p:nvSpPr>
          <p:cNvPr id="6" name="Date Placeholder 5">
            <a:extLst>
              <a:ext uri="{FF2B5EF4-FFF2-40B4-BE49-F238E27FC236}">
                <a16:creationId xmlns:a16="http://schemas.microsoft.com/office/drawing/2014/main" id="{AAE1D3B9-B2D1-4927-BE44-8408FBD84C06}"/>
              </a:ext>
            </a:extLst>
          </p:cNvPr>
          <p:cNvSpPr>
            <a:spLocks noGrp="1"/>
          </p:cNvSpPr>
          <p:nvPr>
            <p:ph type="dt" sz="half" idx="11"/>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67447116-BCE7-456E-88B8-96ADC76E5FC5}"/>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D03B6347-A35F-4216-9988-7393E598E123}"/>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426016581"/>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FD808B2-C5CA-FE45-B556-461D856BF7A0}"/>
              </a:ext>
            </a:extLst>
          </p:cNvPr>
          <p:cNvSpPr>
            <a:spLocks noGrp="1"/>
          </p:cNvSpPr>
          <p:nvPr>
            <p:ph type="pic" sz="quarter" idx="10"/>
          </p:nvPr>
        </p:nvSpPr>
        <p:spPr>
          <a:xfrm>
            <a:off x="0" y="0"/>
            <a:ext cx="12192000" cy="6858000"/>
          </a:xfrm>
          <a:prstGeom prst="rect">
            <a:avLst/>
          </a:prstGeom>
        </p:spPr>
        <p:txBody>
          <a:bodyPr/>
          <a:lstStyle/>
          <a:p>
            <a:endParaRPr lang="en-US" dirty="0"/>
          </a:p>
        </p:txBody>
      </p:sp>
      <p:cxnSp>
        <p:nvCxnSpPr>
          <p:cNvPr id="11" name="Straight Connector 10">
            <a:extLst>
              <a:ext uri="{FF2B5EF4-FFF2-40B4-BE49-F238E27FC236}">
                <a16:creationId xmlns:a16="http://schemas.microsoft.com/office/drawing/2014/main" id="{4425CA9F-967F-1545-8E32-09F4DB0F04F6}"/>
              </a:ext>
            </a:extLst>
          </p:cNvPr>
          <p:cNvCxnSpPr>
            <a:cxnSpLocks/>
          </p:cNvCxnSpPr>
          <p:nvPr userDrawn="1"/>
        </p:nvCxnSpPr>
        <p:spPr>
          <a:xfrm flipV="1">
            <a:off x="1044475" y="1862667"/>
            <a:ext cx="10103049" cy="8670"/>
          </a:xfrm>
          <a:prstGeom prst="line">
            <a:avLst/>
          </a:prstGeom>
          <a:ln w="76200"/>
        </p:spPr>
        <p:style>
          <a:lnRef idx="1">
            <a:schemeClr val="dk1"/>
          </a:lnRef>
          <a:fillRef idx="0">
            <a:schemeClr val="dk1"/>
          </a:fillRef>
          <a:effectRef idx="0">
            <a:schemeClr val="dk1"/>
          </a:effectRef>
          <a:fontRef idx="minor">
            <a:schemeClr val="tx1"/>
          </a:fontRef>
        </p:style>
      </p:cxnSp>
      <p:sp>
        <p:nvSpPr>
          <p:cNvPr id="15" name="Title 1">
            <a:extLst>
              <a:ext uri="{FF2B5EF4-FFF2-40B4-BE49-F238E27FC236}">
                <a16:creationId xmlns:a16="http://schemas.microsoft.com/office/drawing/2014/main" id="{69DD4EBD-237B-7245-A9C2-A37674E23EEF}"/>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spTree>
    <p:extLst>
      <p:ext uri="{BB962C8B-B14F-4D97-AF65-F5344CB8AC3E}">
        <p14:creationId xmlns:p14="http://schemas.microsoft.com/office/powerpoint/2010/main" val="268157798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A6D65B-10A2-D743-9FFA-D14B8696F310}"/>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sp>
        <p:nvSpPr>
          <p:cNvPr id="10" name="Chart Placeholder 3">
            <a:extLst>
              <a:ext uri="{FF2B5EF4-FFF2-40B4-BE49-F238E27FC236}">
                <a16:creationId xmlns:a16="http://schemas.microsoft.com/office/drawing/2014/main" id="{FCB9F5CF-0F1D-284B-B997-AC308FED47B9}"/>
              </a:ext>
            </a:extLst>
          </p:cNvPr>
          <p:cNvSpPr>
            <a:spLocks noGrp="1"/>
          </p:cNvSpPr>
          <p:nvPr>
            <p:ph type="chart" sz="quarter" idx="11"/>
          </p:nvPr>
        </p:nvSpPr>
        <p:spPr>
          <a:xfrm>
            <a:off x="951345" y="2286000"/>
            <a:ext cx="9145155" cy="3164926"/>
          </a:xfrm>
          <a:prstGeom prst="rect">
            <a:avLst/>
          </a:prstGeom>
        </p:spPr>
        <p:txBody>
          <a:bodyPr/>
          <a:lstStyle/>
          <a:p>
            <a:r>
              <a:rPr lang="en-US" dirty="0"/>
              <a:t>Click icon to add chart</a:t>
            </a:r>
          </a:p>
        </p:txBody>
      </p:sp>
      <p:sp>
        <p:nvSpPr>
          <p:cNvPr id="11" name="Title 1">
            <a:extLst>
              <a:ext uri="{FF2B5EF4-FFF2-40B4-BE49-F238E27FC236}">
                <a16:creationId xmlns:a16="http://schemas.microsoft.com/office/drawing/2014/main" id="{A5652B48-7CDD-5645-B29B-54727CA5FFDF}"/>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2" name="Straight Connector 11">
            <a:extLst>
              <a:ext uri="{FF2B5EF4-FFF2-40B4-BE49-F238E27FC236}">
                <a16:creationId xmlns:a16="http://schemas.microsoft.com/office/drawing/2014/main" id="{0C0F4C76-2690-7448-8D03-9692C2BB101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Date Placeholder 4">
            <a:extLst>
              <a:ext uri="{FF2B5EF4-FFF2-40B4-BE49-F238E27FC236}">
                <a16:creationId xmlns:a16="http://schemas.microsoft.com/office/drawing/2014/main" id="{BA1C09B5-CD25-4B65-9120-D8EBD79ABC86}"/>
              </a:ext>
            </a:extLst>
          </p:cNvPr>
          <p:cNvSpPr>
            <a:spLocks noGrp="1"/>
          </p:cNvSpPr>
          <p:nvPr>
            <p:ph type="dt" sz="half" idx="12"/>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EC6281DE-BBF4-4AA1-B110-DC418232A013}"/>
              </a:ext>
            </a:extLst>
          </p:cNvPr>
          <p:cNvSpPr>
            <a:spLocks noGrp="1"/>
          </p:cNvSpPr>
          <p:nvPr>
            <p:ph type="ftr" sz="quarter" idx="13"/>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7839333A-6926-414D-9C9D-B62395A38A86}"/>
              </a:ext>
            </a:extLst>
          </p:cNvPr>
          <p:cNvSpPr>
            <a:spLocks noGrp="1"/>
          </p:cNvSpPr>
          <p:nvPr>
            <p:ph type="sldNum" sz="quarter" idx="1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653965856"/>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accent2"/>
          </a:solidFill>
          <a:ln>
            <a:noFill/>
          </a:ln>
        </p:spPr>
        <p:txBody>
          <a:bodyPr rot="0" vert="horz" wrap="square" lIns="91440" tIns="45720" rIns="91440" bIns="45720" anchor="t" anchorCtr="0" upright="1">
            <a:noAutofit/>
          </a:bodyPr>
          <a:lstStyle/>
          <a:p>
            <a:endParaRPr lang="en-US" dirty="0"/>
          </a:p>
        </p:txBody>
      </p:sp>
      <p:sp>
        <p:nvSpPr>
          <p:cNvPr id="3" name="Table Placeholder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a:lstStyle/>
          <a:p>
            <a:r>
              <a:rPr lang="en-US" dirty="0"/>
              <a:t>Click icon to add table</a:t>
            </a:r>
          </a:p>
        </p:txBody>
      </p:sp>
      <p:sp>
        <p:nvSpPr>
          <p:cNvPr id="13" name="Title 1">
            <a:extLst>
              <a:ext uri="{FF2B5EF4-FFF2-40B4-BE49-F238E27FC236}">
                <a16:creationId xmlns:a16="http://schemas.microsoft.com/office/drawing/2014/main" id="{774545B3-0290-D848-BDB5-811BC52BD457}"/>
              </a:ext>
            </a:extLst>
          </p:cNvPr>
          <p:cNvSpPr>
            <a:spLocks noGrp="1"/>
          </p:cNvSpPr>
          <p:nvPr>
            <p:ph type="title"/>
          </p:nvPr>
        </p:nvSpPr>
        <p:spPr>
          <a:xfrm>
            <a:off x="1028700" y="999068"/>
            <a:ext cx="10096500" cy="645284"/>
          </a:xfrm>
          <a:prstGeom prst="rect">
            <a:avLst/>
          </a:prstGeom>
        </p:spPr>
        <p:txBody>
          <a:bodyPr lIns="0" tIns="0" rIns="0" bIns="0" anchor="b"/>
          <a:lstStyle/>
          <a:p>
            <a:r>
              <a:rPr lang="en-US" dirty="0"/>
              <a:t>Click to edit</a:t>
            </a:r>
          </a:p>
        </p:txBody>
      </p:sp>
      <p:cxnSp>
        <p:nvCxnSpPr>
          <p:cNvPr id="14" name="Straight Connector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Date Placeholder 5">
            <a:extLst>
              <a:ext uri="{FF2B5EF4-FFF2-40B4-BE49-F238E27FC236}">
                <a16:creationId xmlns:a16="http://schemas.microsoft.com/office/drawing/2014/main" id="{0F749A19-BE29-4599-ABBE-E7C61FF9EE3F}"/>
              </a:ext>
            </a:extLst>
          </p:cNvPr>
          <p:cNvSpPr>
            <a:spLocks noGrp="1"/>
          </p:cNvSpPr>
          <p:nvPr>
            <p:ph type="dt" sz="half" idx="11"/>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98F30C11-6611-47E2-9CF7-8EE77F4CD107}"/>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341350338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A99595-F780-594B-8C36-E4E5AF5E1CD5}"/>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cxnSp>
        <p:nvCxnSpPr>
          <p:cNvPr id="12" name="Straight Connector 11">
            <a:extLst>
              <a:ext uri="{FF2B5EF4-FFF2-40B4-BE49-F238E27FC236}">
                <a16:creationId xmlns:a16="http://schemas.microsoft.com/office/drawing/2014/main" id="{04AFB169-81B7-454B-BE19-407333C86F3B}"/>
              </a:ext>
            </a:extLst>
          </p:cNvPr>
          <p:cNvCxnSpPr>
            <a:cxnSpLocks/>
          </p:cNvCxnSpPr>
          <p:nvPr userDrawn="1"/>
        </p:nvCxnSpPr>
        <p:spPr>
          <a:xfrm>
            <a:off x="2184935" y="1874704"/>
            <a:ext cx="8973912"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8BFC26CF-26CC-354C-BB60-AD3E01D575ED}"/>
              </a:ext>
            </a:extLst>
          </p:cNvPr>
          <p:cNvSpPr>
            <a:spLocks noGrp="1"/>
          </p:cNvSpPr>
          <p:nvPr>
            <p:ph type="body" sz="quarter" idx="10"/>
          </p:nvPr>
        </p:nvSpPr>
        <p:spPr>
          <a:xfrm>
            <a:off x="1028700" y="2304344"/>
            <a:ext cx="7810500" cy="2989263"/>
          </a:xfrm>
          <a:prstGeom prst="rect">
            <a:avLst/>
          </a:prstGeom>
        </p:spPr>
        <p:txBody>
          <a:bodyPr lIns="0" tIns="0" rIns="0" bIns="0"/>
          <a:lstStyle>
            <a:lvl1pPr marL="0" indent="0">
              <a:lnSpc>
                <a:spcPct val="150000"/>
              </a:lnSpc>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2" name="Title 1">
            <a:extLst>
              <a:ext uri="{FF2B5EF4-FFF2-40B4-BE49-F238E27FC236}">
                <a16:creationId xmlns:a16="http://schemas.microsoft.com/office/drawing/2014/main" id="{FBA06611-233D-45FA-A146-AB9D4F4A787C}"/>
              </a:ext>
            </a:extLst>
          </p:cNvPr>
          <p:cNvSpPr>
            <a:spLocks noGrp="1"/>
          </p:cNvSpPr>
          <p:nvPr>
            <p:ph type="title" hasCustomPrompt="1"/>
          </p:nvPr>
        </p:nvSpPr>
        <p:spPr>
          <a:xfrm>
            <a:off x="771525" y="978781"/>
            <a:ext cx="1589372" cy="1325563"/>
          </a:xfrm>
          <a:prstGeom prst="rect">
            <a:avLst/>
          </a:prstGeom>
        </p:spPr>
        <p:txBody>
          <a:bodyPr/>
          <a:lstStyle>
            <a:lvl1pPr>
              <a:defRPr sz="20000"/>
            </a:lvl1pPr>
          </a:lstStyle>
          <a:p>
            <a:r>
              <a:rPr lang="en-US" dirty="0"/>
              <a:t>“</a:t>
            </a:r>
          </a:p>
        </p:txBody>
      </p:sp>
      <p:sp>
        <p:nvSpPr>
          <p:cNvPr id="7" name="Date Placeholder 6">
            <a:extLst>
              <a:ext uri="{FF2B5EF4-FFF2-40B4-BE49-F238E27FC236}">
                <a16:creationId xmlns:a16="http://schemas.microsoft.com/office/drawing/2014/main" id="{894887C6-2D97-4388-AA65-CEEA6591BFB1}"/>
              </a:ext>
            </a:extLst>
          </p:cNvPr>
          <p:cNvSpPr>
            <a:spLocks noGrp="1"/>
          </p:cNvSpPr>
          <p:nvPr>
            <p:ph type="dt" sz="half" idx="11"/>
          </p:nvPr>
        </p:nvSpPr>
        <p:spPr/>
        <p:txBody>
          <a:bodyPr/>
          <a:lstStyle/>
          <a:p>
            <a:r>
              <a:rPr lang="en-US"/>
              <a:t>September 3, 20XX </a:t>
            </a:r>
            <a:endParaRPr lang="en-US" dirty="0"/>
          </a:p>
        </p:txBody>
      </p:sp>
      <p:sp>
        <p:nvSpPr>
          <p:cNvPr id="8" name="Footer Placeholder 7">
            <a:extLst>
              <a:ext uri="{FF2B5EF4-FFF2-40B4-BE49-F238E27FC236}">
                <a16:creationId xmlns:a16="http://schemas.microsoft.com/office/drawing/2014/main" id="{63F84EFA-1D77-40D3-B5AC-6652DC26F0ED}"/>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11" name="Slide Number Placeholder 10">
            <a:extLst>
              <a:ext uri="{FF2B5EF4-FFF2-40B4-BE49-F238E27FC236}">
                <a16:creationId xmlns:a16="http://schemas.microsoft.com/office/drawing/2014/main" id="{713CA07C-1BC2-4B16-8557-27C373CFCE9C}"/>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22614454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EFAD8BFA-14F6-F54A-AB64-29F9F7616A7D}"/>
              </a:ext>
            </a:extLst>
          </p:cNvPr>
          <p:cNvCxnSpPr>
            <a:cxnSpLocks/>
          </p:cNvCxnSpPr>
          <p:nvPr userDrawn="1"/>
        </p:nvCxnSpPr>
        <p:spPr>
          <a:xfrm>
            <a:off x="1033153" y="1874640"/>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15B9E731-6B9B-024E-9360-F9F34CC6638B}"/>
              </a:ext>
            </a:extLst>
          </p:cNvPr>
          <p:cNvSpPr>
            <a:spLocks noGrp="1"/>
          </p:cNvSpPr>
          <p:nvPr>
            <p:ph type="body" sz="quarter" idx="10"/>
          </p:nvPr>
        </p:nvSpPr>
        <p:spPr>
          <a:xfrm>
            <a:off x="1028700" y="4313437"/>
            <a:ext cx="1828800" cy="401220"/>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0" name="Text Placeholder 4">
            <a:extLst>
              <a:ext uri="{FF2B5EF4-FFF2-40B4-BE49-F238E27FC236}">
                <a16:creationId xmlns:a16="http://schemas.microsoft.com/office/drawing/2014/main" id="{FD3D9C96-2F42-E545-BD97-AC8568E2F49D}"/>
              </a:ext>
            </a:extLst>
          </p:cNvPr>
          <p:cNvSpPr>
            <a:spLocks noGrp="1"/>
          </p:cNvSpPr>
          <p:nvPr>
            <p:ph type="body" sz="quarter" idx="11"/>
          </p:nvPr>
        </p:nvSpPr>
        <p:spPr>
          <a:xfrm>
            <a:off x="1028700" y="4752757"/>
            <a:ext cx="1828800" cy="552450"/>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1" name="Text Placeholder 4">
            <a:extLst>
              <a:ext uri="{FF2B5EF4-FFF2-40B4-BE49-F238E27FC236}">
                <a16:creationId xmlns:a16="http://schemas.microsoft.com/office/drawing/2014/main" id="{892AA37C-BA0F-9C4F-B098-EDFE391C47DB}"/>
              </a:ext>
            </a:extLst>
          </p:cNvPr>
          <p:cNvSpPr>
            <a:spLocks noGrp="1"/>
          </p:cNvSpPr>
          <p:nvPr>
            <p:ph type="body" sz="quarter" idx="12"/>
          </p:nvPr>
        </p:nvSpPr>
        <p:spPr>
          <a:xfrm>
            <a:off x="3784600" y="4332486"/>
            <a:ext cx="1828800" cy="40122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2" name="Text Placeholder 4">
            <a:extLst>
              <a:ext uri="{FF2B5EF4-FFF2-40B4-BE49-F238E27FC236}">
                <a16:creationId xmlns:a16="http://schemas.microsoft.com/office/drawing/2014/main" id="{EEAAAC92-F1DA-6847-8D56-1ACCD5E3B0F5}"/>
              </a:ext>
            </a:extLst>
          </p:cNvPr>
          <p:cNvSpPr>
            <a:spLocks noGrp="1"/>
          </p:cNvSpPr>
          <p:nvPr>
            <p:ph type="body" sz="quarter" idx="13"/>
          </p:nvPr>
        </p:nvSpPr>
        <p:spPr>
          <a:xfrm>
            <a:off x="3784600" y="4752757"/>
            <a:ext cx="1828800" cy="552450"/>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3" name="Text Placeholder 4">
            <a:extLst>
              <a:ext uri="{FF2B5EF4-FFF2-40B4-BE49-F238E27FC236}">
                <a16:creationId xmlns:a16="http://schemas.microsoft.com/office/drawing/2014/main" id="{F4E4153D-E2B3-7D4A-8D92-FF6597B2FB5F}"/>
              </a:ext>
            </a:extLst>
          </p:cNvPr>
          <p:cNvSpPr>
            <a:spLocks noGrp="1"/>
          </p:cNvSpPr>
          <p:nvPr>
            <p:ph type="body" sz="quarter" idx="14"/>
          </p:nvPr>
        </p:nvSpPr>
        <p:spPr>
          <a:xfrm>
            <a:off x="6531512" y="4313436"/>
            <a:ext cx="1828800" cy="42027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4" name="Text Placeholder 4">
            <a:extLst>
              <a:ext uri="{FF2B5EF4-FFF2-40B4-BE49-F238E27FC236}">
                <a16:creationId xmlns:a16="http://schemas.microsoft.com/office/drawing/2014/main" id="{0D6B703A-5BF6-744F-A3D3-C65E3F8B3B6B}"/>
              </a:ext>
            </a:extLst>
          </p:cNvPr>
          <p:cNvSpPr>
            <a:spLocks noGrp="1"/>
          </p:cNvSpPr>
          <p:nvPr>
            <p:ph type="body" sz="quarter" idx="15"/>
          </p:nvPr>
        </p:nvSpPr>
        <p:spPr>
          <a:xfrm>
            <a:off x="6531512" y="4752757"/>
            <a:ext cx="1828800" cy="552451"/>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5" name="Text Placeholder 4">
            <a:extLst>
              <a:ext uri="{FF2B5EF4-FFF2-40B4-BE49-F238E27FC236}">
                <a16:creationId xmlns:a16="http://schemas.microsoft.com/office/drawing/2014/main" id="{982A9FE5-981A-B340-B8F8-D2DB83C19609}"/>
              </a:ext>
            </a:extLst>
          </p:cNvPr>
          <p:cNvSpPr>
            <a:spLocks noGrp="1"/>
          </p:cNvSpPr>
          <p:nvPr>
            <p:ph type="body" sz="quarter" idx="16"/>
          </p:nvPr>
        </p:nvSpPr>
        <p:spPr>
          <a:xfrm>
            <a:off x="9296400" y="4332486"/>
            <a:ext cx="1828800" cy="42027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6" name="Text Placeholder 4">
            <a:extLst>
              <a:ext uri="{FF2B5EF4-FFF2-40B4-BE49-F238E27FC236}">
                <a16:creationId xmlns:a16="http://schemas.microsoft.com/office/drawing/2014/main" id="{594B2391-B4C8-5542-8285-39BAD874EC11}"/>
              </a:ext>
            </a:extLst>
          </p:cNvPr>
          <p:cNvSpPr>
            <a:spLocks noGrp="1"/>
          </p:cNvSpPr>
          <p:nvPr>
            <p:ph type="body" sz="quarter" idx="17"/>
          </p:nvPr>
        </p:nvSpPr>
        <p:spPr>
          <a:xfrm>
            <a:off x="9296400" y="4752757"/>
            <a:ext cx="1828800" cy="552451"/>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7" name="Picture Placeholder 25">
            <a:extLst>
              <a:ext uri="{FF2B5EF4-FFF2-40B4-BE49-F238E27FC236}">
                <a16:creationId xmlns:a16="http://schemas.microsoft.com/office/drawing/2014/main" id="{A2D87BC1-884E-CD4E-BABF-B7AF4DF7869E}"/>
              </a:ext>
            </a:extLst>
          </p:cNvPr>
          <p:cNvSpPr>
            <a:spLocks noGrp="1"/>
          </p:cNvSpPr>
          <p:nvPr>
            <p:ph type="pic" sz="quarter" idx="18"/>
          </p:nvPr>
        </p:nvSpPr>
        <p:spPr>
          <a:xfrm>
            <a:off x="1028700" y="2308936"/>
            <a:ext cx="1828800" cy="1831590"/>
          </a:xfrm>
          <a:prstGeom prst="rect">
            <a:avLst/>
          </a:prstGeom>
        </p:spPr>
        <p:txBody>
          <a:bodyPr/>
          <a:lstStyle>
            <a:lvl1pPr>
              <a:defRPr sz="2000"/>
            </a:lvl1pPr>
          </a:lstStyle>
          <a:p>
            <a:r>
              <a:rPr lang="en-US" dirty="0"/>
              <a:t>Click icon to add picture</a:t>
            </a:r>
          </a:p>
        </p:txBody>
      </p:sp>
      <p:sp>
        <p:nvSpPr>
          <p:cNvPr id="38" name="Picture Placeholder 25">
            <a:extLst>
              <a:ext uri="{FF2B5EF4-FFF2-40B4-BE49-F238E27FC236}">
                <a16:creationId xmlns:a16="http://schemas.microsoft.com/office/drawing/2014/main" id="{DB0763B3-E65F-8A47-AA7C-C9A56C50600F}"/>
              </a:ext>
            </a:extLst>
          </p:cNvPr>
          <p:cNvSpPr>
            <a:spLocks noGrp="1"/>
          </p:cNvSpPr>
          <p:nvPr>
            <p:ph type="pic" sz="quarter" idx="19"/>
          </p:nvPr>
        </p:nvSpPr>
        <p:spPr>
          <a:xfrm>
            <a:off x="3784600" y="2308936"/>
            <a:ext cx="1828800" cy="1831590"/>
          </a:xfrm>
          <a:prstGeom prst="rect">
            <a:avLst/>
          </a:prstGeom>
        </p:spPr>
        <p:txBody>
          <a:bodyPr/>
          <a:lstStyle>
            <a:lvl1pPr>
              <a:defRPr sz="2000"/>
            </a:lvl1pPr>
          </a:lstStyle>
          <a:p>
            <a:r>
              <a:rPr lang="en-US" dirty="0"/>
              <a:t>Click icon to add picture</a:t>
            </a:r>
          </a:p>
        </p:txBody>
      </p:sp>
      <p:sp>
        <p:nvSpPr>
          <p:cNvPr id="39" name="Picture Placeholder 25">
            <a:extLst>
              <a:ext uri="{FF2B5EF4-FFF2-40B4-BE49-F238E27FC236}">
                <a16:creationId xmlns:a16="http://schemas.microsoft.com/office/drawing/2014/main" id="{1E0F47CF-6DE7-F745-B9D8-55421009AF4E}"/>
              </a:ext>
            </a:extLst>
          </p:cNvPr>
          <p:cNvSpPr>
            <a:spLocks noGrp="1"/>
          </p:cNvSpPr>
          <p:nvPr>
            <p:ph type="pic" sz="quarter" idx="20"/>
          </p:nvPr>
        </p:nvSpPr>
        <p:spPr>
          <a:xfrm>
            <a:off x="6540500" y="2308936"/>
            <a:ext cx="1828800" cy="1831590"/>
          </a:xfrm>
          <a:prstGeom prst="rect">
            <a:avLst/>
          </a:prstGeom>
        </p:spPr>
        <p:txBody>
          <a:bodyPr/>
          <a:lstStyle>
            <a:lvl1pPr>
              <a:defRPr sz="2000"/>
            </a:lvl1pPr>
          </a:lstStyle>
          <a:p>
            <a:r>
              <a:rPr lang="en-US" dirty="0"/>
              <a:t>Click icon to add picture</a:t>
            </a:r>
          </a:p>
        </p:txBody>
      </p:sp>
      <p:sp>
        <p:nvSpPr>
          <p:cNvPr id="40" name="Picture Placeholder 25">
            <a:extLst>
              <a:ext uri="{FF2B5EF4-FFF2-40B4-BE49-F238E27FC236}">
                <a16:creationId xmlns:a16="http://schemas.microsoft.com/office/drawing/2014/main" id="{B4621956-6AB4-E346-8900-9AE2A51ADBC5}"/>
              </a:ext>
            </a:extLst>
          </p:cNvPr>
          <p:cNvSpPr>
            <a:spLocks noGrp="1"/>
          </p:cNvSpPr>
          <p:nvPr>
            <p:ph type="pic" sz="quarter" idx="21"/>
          </p:nvPr>
        </p:nvSpPr>
        <p:spPr>
          <a:xfrm>
            <a:off x="9296400" y="2314278"/>
            <a:ext cx="1828800" cy="1831590"/>
          </a:xfrm>
          <a:prstGeom prst="rect">
            <a:avLst/>
          </a:prstGeom>
        </p:spPr>
        <p:txBody>
          <a:bodyPr/>
          <a:lstStyle>
            <a:lvl1pPr>
              <a:defRPr sz="2000"/>
            </a:lvl1pPr>
          </a:lstStyle>
          <a:p>
            <a:r>
              <a:rPr lang="en-US" dirty="0"/>
              <a:t>Click icon to add picture</a:t>
            </a:r>
          </a:p>
        </p:txBody>
      </p:sp>
      <p:sp>
        <p:nvSpPr>
          <p:cNvPr id="25" name="Title 1">
            <a:extLst>
              <a:ext uri="{FF2B5EF4-FFF2-40B4-BE49-F238E27FC236}">
                <a16:creationId xmlns:a16="http://schemas.microsoft.com/office/drawing/2014/main" id="{3B64062A-6292-0441-95CB-9A91F49DBAA7}"/>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sp>
        <p:nvSpPr>
          <p:cNvPr id="6" name="Date Placeholder 5">
            <a:extLst>
              <a:ext uri="{FF2B5EF4-FFF2-40B4-BE49-F238E27FC236}">
                <a16:creationId xmlns:a16="http://schemas.microsoft.com/office/drawing/2014/main" id="{383883EC-FACE-4093-9976-8B0D4C8BEBCC}"/>
              </a:ext>
            </a:extLst>
          </p:cNvPr>
          <p:cNvSpPr>
            <a:spLocks noGrp="1"/>
          </p:cNvSpPr>
          <p:nvPr>
            <p:ph type="dt" sz="half" idx="22"/>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E2611EE2-9C8D-405E-9ABF-8EFD1E1D6BB5}"/>
              </a:ext>
            </a:extLst>
          </p:cNvPr>
          <p:cNvSpPr>
            <a:spLocks noGrp="1"/>
          </p:cNvSpPr>
          <p:nvPr>
            <p:ph type="ftr" sz="quarter" idx="23"/>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EFE126EB-13BB-4830-A999-3778C11747A6}"/>
              </a:ext>
            </a:extLst>
          </p:cNvPr>
          <p:cNvSpPr>
            <a:spLocks noGrp="1"/>
          </p:cNvSpPr>
          <p:nvPr>
            <p:ph type="sldNum" sz="quarter" idx="2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023963209"/>
      </p:ext>
    </p:extLst>
  </p:cSld>
  <p:clrMapOvr>
    <a:masterClrMapping/>
  </p:clrMapOvr>
  <p:extLst>
    <p:ext uri="{DCECCB84-F9BA-43D5-87BE-67443E8EF086}">
      <p15:sldGuideLst xmlns:p15="http://schemas.microsoft.com/office/powerpoint/2012/main">
        <p15:guide id="2" pos="648" userDrawn="1">
          <p15:clr>
            <a:srgbClr val="FBAE40"/>
          </p15:clr>
        </p15:guide>
        <p15:guide id="4" orient="horz" pos="1152" userDrawn="1">
          <p15:clr>
            <a:srgbClr val="FBAE40"/>
          </p15:clr>
        </p15:guide>
        <p15:guide id="5" orient="horz" pos="1440" userDrawn="1">
          <p15:clr>
            <a:srgbClr val="FBAE40"/>
          </p15:clr>
        </p15:guide>
        <p15:guide id="8" orient="horz" pos="3072" userDrawn="1">
          <p15:clr>
            <a:srgbClr val="FBAE40"/>
          </p15:clr>
        </p15:guide>
        <p15:guide id="13" pos="6384" userDrawn="1">
          <p15:clr>
            <a:srgbClr val="FBAE40"/>
          </p15:clr>
        </p15:guide>
        <p15:guide id="14" orient="horz" pos="32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2"/>
        </a:solidFill>
        <a:effectLst/>
      </p:bgPr>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A116A2E3-682D-BD4F-9FC9-4546B0C9A186}"/>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32" name="Straight Connector 31">
            <a:extLst>
              <a:ext uri="{FF2B5EF4-FFF2-40B4-BE49-F238E27FC236}">
                <a16:creationId xmlns:a16="http://schemas.microsoft.com/office/drawing/2014/main" id="{ED64AC08-85A6-6F44-88B4-3FAE91B70C1B}"/>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2D1056DE-470B-C64D-99AE-5039A021EC58}"/>
              </a:ext>
            </a:extLst>
          </p:cNvPr>
          <p:cNvSpPr>
            <a:spLocks noGrp="1"/>
          </p:cNvSpPr>
          <p:nvPr>
            <p:ph type="body" sz="quarter" idx="17"/>
          </p:nvPr>
        </p:nvSpPr>
        <p:spPr>
          <a:xfrm>
            <a:off x="941616" y="2328553"/>
            <a:ext cx="2286000" cy="911029"/>
          </a:xfrm>
          <a:prstGeom prst="rect">
            <a:avLst/>
          </a:prstGeom>
        </p:spPr>
        <p:txBody>
          <a:bodyPr/>
          <a:lstStyle>
            <a:lvl1pPr>
              <a:buNone/>
              <a:defRPr sz="1800" b="1"/>
            </a:lvl1pPr>
          </a:lstStyle>
          <a:p>
            <a:pPr lvl="0"/>
            <a:r>
              <a:rPr lang="en-US" dirty="0"/>
              <a:t>Click to edit</a:t>
            </a:r>
          </a:p>
        </p:txBody>
      </p:sp>
      <p:sp>
        <p:nvSpPr>
          <p:cNvPr id="37" name="Text Placeholder 4">
            <a:extLst>
              <a:ext uri="{FF2B5EF4-FFF2-40B4-BE49-F238E27FC236}">
                <a16:creationId xmlns:a16="http://schemas.microsoft.com/office/drawing/2014/main" id="{4ADA9C53-0DC4-4D43-B80C-9B0A9E0EBDE1}"/>
              </a:ext>
            </a:extLst>
          </p:cNvPr>
          <p:cNvSpPr>
            <a:spLocks noGrp="1"/>
          </p:cNvSpPr>
          <p:nvPr>
            <p:ph type="body" sz="quarter" idx="19"/>
          </p:nvPr>
        </p:nvSpPr>
        <p:spPr>
          <a:xfrm>
            <a:off x="6206672" y="2328553"/>
            <a:ext cx="2286000" cy="911029"/>
          </a:xfrm>
          <a:prstGeom prst="rect">
            <a:avLst/>
          </a:prstGeom>
        </p:spPr>
        <p:txBody>
          <a:bodyPr/>
          <a:lstStyle>
            <a:lvl1pPr>
              <a:buNone/>
              <a:defRPr sz="1800" b="1"/>
            </a:lvl1pPr>
          </a:lstStyle>
          <a:p>
            <a:pPr lvl="0"/>
            <a:r>
              <a:rPr lang="en-US"/>
              <a:t>Click to edit</a:t>
            </a:r>
          </a:p>
        </p:txBody>
      </p:sp>
      <p:sp>
        <p:nvSpPr>
          <p:cNvPr id="38" name="Text Placeholder 4">
            <a:extLst>
              <a:ext uri="{FF2B5EF4-FFF2-40B4-BE49-F238E27FC236}">
                <a16:creationId xmlns:a16="http://schemas.microsoft.com/office/drawing/2014/main" id="{F8E68047-DF25-AB45-A0F0-F4DFE23516C6}"/>
              </a:ext>
            </a:extLst>
          </p:cNvPr>
          <p:cNvSpPr>
            <a:spLocks noGrp="1"/>
          </p:cNvSpPr>
          <p:nvPr>
            <p:ph type="body" sz="quarter" idx="20"/>
          </p:nvPr>
        </p:nvSpPr>
        <p:spPr>
          <a:xfrm>
            <a:off x="6206672" y="3336211"/>
            <a:ext cx="2286000" cy="2490992"/>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41" name="Text Placeholder 4">
            <a:extLst>
              <a:ext uri="{FF2B5EF4-FFF2-40B4-BE49-F238E27FC236}">
                <a16:creationId xmlns:a16="http://schemas.microsoft.com/office/drawing/2014/main" id="{61DB1B27-14E7-1549-BDAA-6DD31A1B1FC4}"/>
              </a:ext>
            </a:extLst>
          </p:cNvPr>
          <p:cNvSpPr>
            <a:spLocks noGrp="1"/>
          </p:cNvSpPr>
          <p:nvPr>
            <p:ph type="body" sz="quarter" idx="21"/>
          </p:nvPr>
        </p:nvSpPr>
        <p:spPr>
          <a:xfrm>
            <a:off x="8839200" y="2328553"/>
            <a:ext cx="2286000" cy="911029"/>
          </a:xfrm>
          <a:prstGeom prst="rect">
            <a:avLst/>
          </a:prstGeom>
        </p:spPr>
        <p:txBody>
          <a:bodyPr/>
          <a:lstStyle>
            <a:lvl1pPr>
              <a:buNone/>
              <a:defRPr sz="1800" b="1"/>
            </a:lvl1pPr>
          </a:lstStyle>
          <a:p>
            <a:pPr lvl="0"/>
            <a:r>
              <a:rPr lang="en-US"/>
              <a:t>Click to edit</a:t>
            </a:r>
          </a:p>
        </p:txBody>
      </p:sp>
      <p:sp>
        <p:nvSpPr>
          <p:cNvPr id="42" name="Text Placeholder 4">
            <a:extLst>
              <a:ext uri="{FF2B5EF4-FFF2-40B4-BE49-F238E27FC236}">
                <a16:creationId xmlns:a16="http://schemas.microsoft.com/office/drawing/2014/main" id="{69D66743-22F2-C84F-9FD2-F350766D6CDF}"/>
              </a:ext>
            </a:extLst>
          </p:cNvPr>
          <p:cNvSpPr>
            <a:spLocks noGrp="1"/>
          </p:cNvSpPr>
          <p:nvPr>
            <p:ph type="body" sz="quarter" idx="22"/>
          </p:nvPr>
        </p:nvSpPr>
        <p:spPr>
          <a:xfrm>
            <a:off x="8839200" y="3331030"/>
            <a:ext cx="2286000" cy="2466536"/>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43" name="Text Placeholder 4">
            <a:extLst>
              <a:ext uri="{FF2B5EF4-FFF2-40B4-BE49-F238E27FC236}">
                <a16:creationId xmlns:a16="http://schemas.microsoft.com/office/drawing/2014/main" id="{4A38EF55-8739-4A40-A228-67296EA938B3}"/>
              </a:ext>
            </a:extLst>
          </p:cNvPr>
          <p:cNvSpPr>
            <a:spLocks noGrp="1"/>
          </p:cNvSpPr>
          <p:nvPr>
            <p:ph type="body" sz="quarter" idx="23"/>
          </p:nvPr>
        </p:nvSpPr>
        <p:spPr>
          <a:xfrm>
            <a:off x="3574144" y="2328553"/>
            <a:ext cx="2286000" cy="911029"/>
          </a:xfrm>
          <a:prstGeom prst="rect">
            <a:avLst/>
          </a:prstGeom>
        </p:spPr>
        <p:txBody>
          <a:bodyPr/>
          <a:lstStyle>
            <a:lvl1pPr>
              <a:buNone/>
              <a:defRPr sz="1800" b="1"/>
            </a:lvl1pPr>
          </a:lstStyle>
          <a:p>
            <a:pPr lvl="0"/>
            <a:r>
              <a:rPr lang="en-US"/>
              <a:t>Click to edit</a:t>
            </a:r>
          </a:p>
        </p:txBody>
      </p:sp>
      <p:sp>
        <p:nvSpPr>
          <p:cNvPr id="44" name="Text Placeholder 4">
            <a:extLst>
              <a:ext uri="{FF2B5EF4-FFF2-40B4-BE49-F238E27FC236}">
                <a16:creationId xmlns:a16="http://schemas.microsoft.com/office/drawing/2014/main" id="{268DC74C-B0F9-2649-BEC3-BBA0BD737650}"/>
              </a:ext>
            </a:extLst>
          </p:cNvPr>
          <p:cNvSpPr>
            <a:spLocks noGrp="1"/>
          </p:cNvSpPr>
          <p:nvPr>
            <p:ph type="body" sz="quarter" idx="24"/>
          </p:nvPr>
        </p:nvSpPr>
        <p:spPr>
          <a:xfrm>
            <a:off x="3557921" y="3331029"/>
            <a:ext cx="2286000" cy="2466537"/>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3" name="Text Placeholder 2">
            <a:extLst>
              <a:ext uri="{FF2B5EF4-FFF2-40B4-BE49-F238E27FC236}">
                <a16:creationId xmlns:a16="http://schemas.microsoft.com/office/drawing/2014/main" id="{57B1422B-E6C5-43B2-9F2B-DECEB3812142}"/>
              </a:ext>
            </a:extLst>
          </p:cNvPr>
          <p:cNvSpPr>
            <a:spLocks noGrp="1"/>
          </p:cNvSpPr>
          <p:nvPr>
            <p:ph type="body" sz="quarter" idx="25"/>
          </p:nvPr>
        </p:nvSpPr>
        <p:spPr>
          <a:xfrm>
            <a:off x="968377" y="3331029"/>
            <a:ext cx="2286000" cy="2466975"/>
          </a:xfrm>
          <a:prstGeom prst="rect">
            <a:avLst/>
          </a:prstGeom>
        </p:spPr>
        <p:txBody>
          <a:bodyPr/>
          <a:lstStyle>
            <a:lvl1pPr marL="0" indent="0">
              <a:lnSpc>
                <a:spcPct val="100000"/>
              </a:lnSpc>
              <a:buNone/>
              <a:defRPr sz="1400"/>
            </a:lvl1pPr>
            <a:lvl2pPr>
              <a:buNone/>
              <a:defRPr sz="1400"/>
            </a:lvl2pPr>
            <a:lvl3pPr>
              <a:buNone/>
              <a:defRPr sz="1400"/>
            </a:lvl3pPr>
            <a:lvl4pPr>
              <a:buNone/>
              <a:defRPr sz="1400"/>
            </a:lvl4pPr>
            <a:lvl5pPr>
              <a:buNone/>
              <a:defRPr sz="1400"/>
            </a:lvl5pPr>
          </a:lstStyle>
          <a:p>
            <a:pPr lvl="0"/>
            <a:r>
              <a:rPr lang="en-US" dirty="0"/>
              <a:t>Click to edit</a:t>
            </a:r>
          </a:p>
        </p:txBody>
      </p:sp>
      <p:sp>
        <p:nvSpPr>
          <p:cNvPr id="7" name="Date Placeholder 6">
            <a:extLst>
              <a:ext uri="{FF2B5EF4-FFF2-40B4-BE49-F238E27FC236}">
                <a16:creationId xmlns:a16="http://schemas.microsoft.com/office/drawing/2014/main" id="{8BC81DA9-1713-43A7-A2CF-A9525B11AF43}"/>
              </a:ext>
            </a:extLst>
          </p:cNvPr>
          <p:cNvSpPr>
            <a:spLocks noGrp="1"/>
          </p:cNvSpPr>
          <p:nvPr>
            <p:ph type="dt" sz="half" idx="26"/>
          </p:nvPr>
        </p:nvSpPr>
        <p:spPr/>
        <p:txBody>
          <a:bodyPr/>
          <a:lstStyle/>
          <a:p>
            <a:r>
              <a:rPr lang="en-US"/>
              <a:t>September 3, 20XX </a:t>
            </a:r>
            <a:endParaRPr lang="en-US" dirty="0"/>
          </a:p>
        </p:txBody>
      </p:sp>
      <p:sp>
        <p:nvSpPr>
          <p:cNvPr id="8" name="Footer Placeholder 7">
            <a:extLst>
              <a:ext uri="{FF2B5EF4-FFF2-40B4-BE49-F238E27FC236}">
                <a16:creationId xmlns:a16="http://schemas.microsoft.com/office/drawing/2014/main" id="{CA76A8F0-5D79-4C8A-9966-308409EB26B0}"/>
              </a:ext>
            </a:extLst>
          </p:cNvPr>
          <p:cNvSpPr>
            <a:spLocks noGrp="1"/>
          </p:cNvSpPr>
          <p:nvPr>
            <p:ph type="ftr" sz="quarter" idx="27"/>
          </p:nvPr>
        </p:nvSpPr>
        <p:spPr/>
        <p:txBody>
          <a:bodyPr/>
          <a:lstStyle/>
          <a:p>
            <a:r>
              <a:rPr lang="en-US">
                <a:solidFill>
                  <a:schemeClr val="bg1"/>
                </a:solidFill>
              </a:rPr>
              <a:t>Annual Review</a:t>
            </a:r>
            <a:endParaRPr lang="en-US" dirty="0">
              <a:solidFill>
                <a:schemeClr val="bg1"/>
              </a:solidFill>
            </a:endParaRPr>
          </a:p>
        </p:txBody>
      </p:sp>
      <p:sp>
        <p:nvSpPr>
          <p:cNvPr id="9" name="Slide Number Placeholder 8">
            <a:extLst>
              <a:ext uri="{FF2B5EF4-FFF2-40B4-BE49-F238E27FC236}">
                <a16:creationId xmlns:a16="http://schemas.microsoft.com/office/drawing/2014/main" id="{3F85BAE5-43DA-49F0-89E6-66D549C52389}"/>
              </a:ext>
            </a:extLst>
          </p:cNvPr>
          <p:cNvSpPr>
            <a:spLocks noGrp="1"/>
          </p:cNvSpPr>
          <p:nvPr>
            <p:ph type="sldNum" sz="quarter" idx="28"/>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199256008"/>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14" pos="14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3" name="Content Placeholder 3">
            <a:extLst>
              <a:ext uri="{FF2B5EF4-FFF2-40B4-BE49-F238E27FC236}">
                <a16:creationId xmlns:a16="http://schemas.microsoft.com/office/drawing/2014/main" id="{91C010F4-E1E5-354F-9B4A-6253D3DC2F9C}"/>
              </a:ext>
            </a:extLst>
          </p:cNvPr>
          <p:cNvSpPr>
            <a:spLocks noGrp="1"/>
          </p:cNvSpPr>
          <p:nvPr>
            <p:ph sz="half" idx="2"/>
          </p:nvPr>
        </p:nvSpPr>
        <p:spPr>
          <a:xfrm>
            <a:off x="1036641" y="3044590"/>
            <a:ext cx="4868860"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 Master text styles</a:t>
            </a:r>
          </a:p>
        </p:txBody>
      </p:sp>
      <p:sp>
        <p:nvSpPr>
          <p:cNvPr id="17" name="Content Placeholder 3">
            <a:extLst>
              <a:ext uri="{FF2B5EF4-FFF2-40B4-BE49-F238E27FC236}">
                <a16:creationId xmlns:a16="http://schemas.microsoft.com/office/drawing/2014/main" id="{C2F7C8C0-EB32-3C44-930E-DE05403C543A}"/>
              </a:ext>
            </a:extLst>
          </p:cNvPr>
          <p:cNvSpPr>
            <a:spLocks noGrp="1"/>
          </p:cNvSpPr>
          <p:nvPr>
            <p:ph sz="half" idx="11"/>
          </p:nvPr>
        </p:nvSpPr>
        <p:spPr>
          <a:xfrm>
            <a:off x="6285649" y="3044590"/>
            <a:ext cx="4868860"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 Master text styles</a:t>
            </a:r>
          </a:p>
        </p:txBody>
      </p:sp>
      <p:sp>
        <p:nvSpPr>
          <p:cNvPr id="14" name="Title 1">
            <a:extLst>
              <a:ext uri="{FF2B5EF4-FFF2-40B4-BE49-F238E27FC236}">
                <a16:creationId xmlns:a16="http://schemas.microsoft.com/office/drawing/2014/main" id="{E06473F2-000A-7C44-9048-A0C0D4B652B9}"/>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5" name="Straight Connector 14">
            <a:extLst>
              <a:ext uri="{FF2B5EF4-FFF2-40B4-BE49-F238E27FC236}">
                <a16:creationId xmlns:a16="http://schemas.microsoft.com/office/drawing/2014/main" id="{B6A0597E-7AE3-F242-9DDF-F678A5E11458}"/>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3" name="Text Placeholder 4">
            <a:extLst>
              <a:ext uri="{FF2B5EF4-FFF2-40B4-BE49-F238E27FC236}">
                <a16:creationId xmlns:a16="http://schemas.microsoft.com/office/drawing/2014/main" id="{EAB7162A-656B-3447-976F-951853C325A3}"/>
              </a:ext>
            </a:extLst>
          </p:cNvPr>
          <p:cNvSpPr>
            <a:spLocks noGrp="1"/>
          </p:cNvSpPr>
          <p:nvPr>
            <p:ph type="body" sz="quarter" idx="17"/>
          </p:nvPr>
        </p:nvSpPr>
        <p:spPr>
          <a:xfrm>
            <a:off x="941616" y="2328554"/>
            <a:ext cx="4963884" cy="645284"/>
          </a:xfrm>
          <a:prstGeom prst="rect">
            <a:avLst/>
          </a:prstGeom>
        </p:spPr>
        <p:txBody>
          <a:bodyPr/>
          <a:lstStyle>
            <a:lvl1pPr>
              <a:buNone/>
              <a:defRPr sz="1800" b="1"/>
            </a:lvl1pPr>
          </a:lstStyle>
          <a:p>
            <a:pPr lvl="0"/>
            <a:r>
              <a:rPr lang="en-US"/>
              <a:t>Click to edit</a:t>
            </a:r>
          </a:p>
        </p:txBody>
      </p:sp>
      <p:sp>
        <p:nvSpPr>
          <p:cNvPr id="24" name="Text Placeholder 4">
            <a:extLst>
              <a:ext uri="{FF2B5EF4-FFF2-40B4-BE49-F238E27FC236}">
                <a16:creationId xmlns:a16="http://schemas.microsoft.com/office/drawing/2014/main" id="{C8B98E47-9A5A-E54C-A093-86D516AAD0FB}"/>
              </a:ext>
            </a:extLst>
          </p:cNvPr>
          <p:cNvSpPr>
            <a:spLocks noGrp="1"/>
          </p:cNvSpPr>
          <p:nvPr>
            <p:ph type="body" sz="quarter" idx="18"/>
          </p:nvPr>
        </p:nvSpPr>
        <p:spPr>
          <a:xfrm>
            <a:off x="6258199" y="2328554"/>
            <a:ext cx="4868860" cy="645284"/>
          </a:xfrm>
          <a:prstGeom prst="rect">
            <a:avLst/>
          </a:prstGeom>
        </p:spPr>
        <p:txBody>
          <a:bodyPr/>
          <a:lstStyle>
            <a:lvl1pPr>
              <a:buNone/>
              <a:defRPr sz="1800" b="1"/>
            </a:lvl1pPr>
          </a:lstStyle>
          <a:p>
            <a:pPr lvl="0"/>
            <a:r>
              <a:rPr lang="en-US"/>
              <a:t>Click to edit</a:t>
            </a:r>
          </a:p>
        </p:txBody>
      </p:sp>
      <p:sp>
        <p:nvSpPr>
          <p:cNvPr id="5" name="Date Placeholder 4">
            <a:extLst>
              <a:ext uri="{FF2B5EF4-FFF2-40B4-BE49-F238E27FC236}">
                <a16:creationId xmlns:a16="http://schemas.microsoft.com/office/drawing/2014/main" id="{18E274C5-9C2D-4A46-AEAE-9DBE1C417477}"/>
              </a:ext>
            </a:extLst>
          </p:cNvPr>
          <p:cNvSpPr>
            <a:spLocks noGrp="1"/>
          </p:cNvSpPr>
          <p:nvPr>
            <p:ph type="dt" sz="half" idx="19"/>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99419017-8DD9-4B28-B0F1-E82FFB8C1DFB}"/>
              </a:ext>
            </a:extLst>
          </p:cNvPr>
          <p:cNvSpPr>
            <a:spLocks noGrp="1"/>
          </p:cNvSpPr>
          <p:nvPr>
            <p:ph type="ftr" sz="quarter" idx="20"/>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BA0BFF08-A844-4449-9EC2-5B6B6C2D62AF}"/>
              </a:ext>
            </a:extLst>
          </p:cNvPr>
          <p:cNvSpPr>
            <a:spLocks noGrp="1"/>
          </p:cNvSpPr>
          <p:nvPr>
            <p:ph type="sldNum" sz="quarter" idx="21"/>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407367541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5" name="Content Placeholder 3">
            <a:extLst>
              <a:ext uri="{FF2B5EF4-FFF2-40B4-BE49-F238E27FC236}">
                <a16:creationId xmlns:a16="http://schemas.microsoft.com/office/drawing/2014/main" id="{2476683E-62F2-7746-A136-3A729C70D88C}"/>
              </a:ext>
            </a:extLst>
          </p:cNvPr>
          <p:cNvSpPr>
            <a:spLocks noGrp="1"/>
          </p:cNvSpPr>
          <p:nvPr>
            <p:ph sz="half" idx="2"/>
          </p:nvPr>
        </p:nvSpPr>
        <p:spPr>
          <a:xfrm>
            <a:off x="1036641" y="3052691"/>
            <a:ext cx="307815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17" name="Content Placeholder 3">
            <a:extLst>
              <a:ext uri="{FF2B5EF4-FFF2-40B4-BE49-F238E27FC236}">
                <a16:creationId xmlns:a16="http://schemas.microsoft.com/office/drawing/2014/main" id="{5EF5BDE3-656A-414E-BE18-702CA738A9D2}"/>
              </a:ext>
            </a:extLst>
          </p:cNvPr>
          <p:cNvSpPr>
            <a:spLocks noGrp="1"/>
          </p:cNvSpPr>
          <p:nvPr>
            <p:ph sz="half" idx="11"/>
          </p:nvPr>
        </p:nvSpPr>
        <p:spPr>
          <a:xfrm>
            <a:off x="8039099" y="3044590"/>
            <a:ext cx="311540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19" name="Content Placeholder 3">
            <a:extLst>
              <a:ext uri="{FF2B5EF4-FFF2-40B4-BE49-F238E27FC236}">
                <a16:creationId xmlns:a16="http://schemas.microsoft.com/office/drawing/2014/main" id="{0EAADDF0-090D-2C4F-BE2D-160C2C550298}"/>
              </a:ext>
            </a:extLst>
          </p:cNvPr>
          <p:cNvSpPr>
            <a:spLocks noGrp="1"/>
          </p:cNvSpPr>
          <p:nvPr>
            <p:ph sz="half" idx="13"/>
          </p:nvPr>
        </p:nvSpPr>
        <p:spPr>
          <a:xfrm>
            <a:off x="4539760" y="3044590"/>
            <a:ext cx="311540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20" name="Title 1">
            <a:extLst>
              <a:ext uri="{FF2B5EF4-FFF2-40B4-BE49-F238E27FC236}">
                <a16:creationId xmlns:a16="http://schemas.microsoft.com/office/drawing/2014/main" id="{3E0EAFBC-DE77-7648-95EC-91DDA529FAD9}"/>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21" name="Straight Connector 20">
            <a:extLst>
              <a:ext uri="{FF2B5EF4-FFF2-40B4-BE49-F238E27FC236}">
                <a16:creationId xmlns:a16="http://schemas.microsoft.com/office/drawing/2014/main" id="{E2A16A97-402E-8040-9B48-1B6ED23ABC4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6" name="Text Placeholder 4">
            <a:extLst>
              <a:ext uri="{FF2B5EF4-FFF2-40B4-BE49-F238E27FC236}">
                <a16:creationId xmlns:a16="http://schemas.microsoft.com/office/drawing/2014/main" id="{B4BD319C-69C3-3D46-977C-F80FD35E3C6C}"/>
              </a:ext>
            </a:extLst>
          </p:cNvPr>
          <p:cNvSpPr>
            <a:spLocks noGrp="1"/>
          </p:cNvSpPr>
          <p:nvPr>
            <p:ph type="body" sz="quarter" idx="17"/>
          </p:nvPr>
        </p:nvSpPr>
        <p:spPr>
          <a:xfrm>
            <a:off x="941616" y="2328554"/>
            <a:ext cx="3173184" cy="645284"/>
          </a:xfrm>
          <a:prstGeom prst="rect">
            <a:avLst/>
          </a:prstGeom>
        </p:spPr>
        <p:txBody>
          <a:bodyPr/>
          <a:lstStyle>
            <a:lvl1pPr>
              <a:buNone/>
              <a:defRPr sz="1800" b="1">
                <a:latin typeface="+mj-lt"/>
              </a:defRPr>
            </a:lvl1pPr>
          </a:lstStyle>
          <a:p>
            <a:pPr lvl="0"/>
            <a:r>
              <a:rPr lang="en-US"/>
              <a:t>Click to edit</a:t>
            </a:r>
          </a:p>
        </p:txBody>
      </p:sp>
      <p:sp>
        <p:nvSpPr>
          <p:cNvPr id="27" name="Text Placeholder 4">
            <a:extLst>
              <a:ext uri="{FF2B5EF4-FFF2-40B4-BE49-F238E27FC236}">
                <a16:creationId xmlns:a16="http://schemas.microsoft.com/office/drawing/2014/main" id="{4F6FB95E-AD0D-3843-8241-AB907F5915CC}"/>
              </a:ext>
            </a:extLst>
          </p:cNvPr>
          <p:cNvSpPr>
            <a:spLocks noGrp="1"/>
          </p:cNvSpPr>
          <p:nvPr>
            <p:ph type="body" sz="quarter" idx="18"/>
          </p:nvPr>
        </p:nvSpPr>
        <p:spPr>
          <a:xfrm>
            <a:off x="4466252" y="2328554"/>
            <a:ext cx="3115409" cy="645284"/>
          </a:xfrm>
          <a:prstGeom prst="rect">
            <a:avLst/>
          </a:prstGeom>
        </p:spPr>
        <p:txBody>
          <a:bodyPr/>
          <a:lstStyle>
            <a:lvl1pPr>
              <a:buNone/>
              <a:defRPr sz="1800" b="1">
                <a:latin typeface="+mj-lt"/>
              </a:defRPr>
            </a:lvl1pPr>
          </a:lstStyle>
          <a:p>
            <a:pPr lvl="0"/>
            <a:r>
              <a:rPr lang="en-US"/>
              <a:t>Click to edit</a:t>
            </a:r>
          </a:p>
        </p:txBody>
      </p:sp>
      <p:sp>
        <p:nvSpPr>
          <p:cNvPr id="28" name="Text Placeholder 4">
            <a:extLst>
              <a:ext uri="{FF2B5EF4-FFF2-40B4-BE49-F238E27FC236}">
                <a16:creationId xmlns:a16="http://schemas.microsoft.com/office/drawing/2014/main" id="{CC85BB87-C622-304F-9F58-8716188AA54B}"/>
              </a:ext>
            </a:extLst>
          </p:cNvPr>
          <p:cNvSpPr>
            <a:spLocks noGrp="1"/>
          </p:cNvSpPr>
          <p:nvPr>
            <p:ph type="body" sz="quarter" idx="19"/>
          </p:nvPr>
        </p:nvSpPr>
        <p:spPr>
          <a:xfrm>
            <a:off x="7933114" y="2328554"/>
            <a:ext cx="3115409" cy="645284"/>
          </a:xfrm>
          <a:prstGeom prst="rect">
            <a:avLst/>
          </a:prstGeom>
        </p:spPr>
        <p:txBody>
          <a:bodyPr/>
          <a:lstStyle>
            <a:lvl1pPr>
              <a:buNone/>
              <a:defRPr sz="1800" b="1">
                <a:latin typeface="+mj-lt"/>
              </a:defRPr>
            </a:lvl1pPr>
          </a:lstStyle>
          <a:p>
            <a:pPr lvl="0"/>
            <a:r>
              <a:rPr lang="en-US"/>
              <a:t>Click to edit</a:t>
            </a:r>
          </a:p>
        </p:txBody>
      </p:sp>
      <p:sp>
        <p:nvSpPr>
          <p:cNvPr id="5" name="Date Placeholder 4">
            <a:extLst>
              <a:ext uri="{FF2B5EF4-FFF2-40B4-BE49-F238E27FC236}">
                <a16:creationId xmlns:a16="http://schemas.microsoft.com/office/drawing/2014/main" id="{B9C6B0B5-56D6-429D-BC3A-5E501EDADA88}"/>
              </a:ext>
            </a:extLst>
          </p:cNvPr>
          <p:cNvSpPr>
            <a:spLocks noGrp="1"/>
          </p:cNvSpPr>
          <p:nvPr>
            <p:ph type="dt" sz="half" idx="20"/>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7A88DFE9-DB89-4EB9-9FB1-D484EC0C1B58}"/>
              </a:ext>
            </a:extLst>
          </p:cNvPr>
          <p:cNvSpPr>
            <a:spLocks noGrp="1"/>
          </p:cNvSpPr>
          <p:nvPr>
            <p:ph type="ftr" sz="quarter" idx="21"/>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450C09F4-4087-4A1E-B8B8-85A748DC9014}"/>
              </a:ext>
            </a:extLst>
          </p:cNvPr>
          <p:cNvSpPr>
            <a:spLocks noGrp="1"/>
          </p:cNvSpPr>
          <p:nvPr>
            <p:ph type="sldNum" sz="quarter" idx="22"/>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403898064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8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D6FA74B-53F8-584F-85D3-47FB14D40E73}"/>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5" name="Straight Connector 14">
            <a:extLst>
              <a:ext uri="{FF2B5EF4-FFF2-40B4-BE49-F238E27FC236}">
                <a16:creationId xmlns:a16="http://schemas.microsoft.com/office/drawing/2014/main" id="{DC152369-C198-1E48-8F65-F6AC0534DFF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BC8921E4-02B0-3748-9844-933F710058FA}"/>
              </a:ext>
            </a:extLst>
          </p:cNvPr>
          <p:cNvSpPr>
            <a:spLocks noGrp="1"/>
          </p:cNvSpPr>
          <p:nvPr>
            <p:ph type="body" sz="quarter" idx="10"/>
          </p:nvPr>
        </p:nvSpPr>
        <p:spPr>
          <a:xfrm>
            <a:off x="1028700" y="2321923"/>
            <a:ext cx="4876800" cy="3825952"/>
          </a:xfrm>
          <a:prstGeom prst="rect">
            <a:avLst/>
          </a:prstGeom>
        </p:spPr>
        <p:txBody>
          <a:bodyPr/>
          <a:lstStyle>
            <a:lvl1pPr>
              <a:buNone/>
              <a:defRPr sz="1800"/>
            </a:lvl1pPr>
          </a:lstStyle>
          <a:p>
            <a:pPr lvl="0"/>
            <a:r>
              <a:rPr lang="en-US" dirty="0"/>
              <a:t>Click to edit</a:t>
            </a:r>
          </a:p>
        </p:txBody>
      </p:sp>
      <p:sp>
        <p:nvSpPr>
          <p:cNvPr id="16" name="Text Placeholder 2">
            <a:extLst>
              <a:ext uri="{FF2B5EF4-FFF2-40B4-BE49-F238E27FC236}">
                <a16:creationId xmlns:a16="http://schemas.microsoft.com/office/drawing/2014/main" id="{43048678-0BD6-C448-8690-BD61FC60950D}"/>
              </a:ext>
            </a:extLst>
          </p:cNvPr>
          <p:cNvSpPr>
            <a:spLocks noGrp="1"/>
          </p:cNvSpPr>
          <p:nvPr>
            <p:ph type="body" sz="quarter" idx="11"/>
          </p:nvPr>
        </p:nvSpPr>
        <p:spPr>
          <a:xfrm>
            <a:off x="6248400" y="2286000"/>
            <a:ext cx="4876800" cy="2746375"/>
          </a:xfrm>
          <a:prstGeom prst="rect">
            <a:avLst/>
          </a:prstGeom>
        </p:spPr>
        <p:txBody>
          <a:bodyPr/>
          <a:lstStyle>
            <a:lvl1pPr>
              <a:buNone/>
              <a:defRPr sz="1800"/>
            </a:lvl1pPr>
          </a:lstStyle>
          <a:p>
            <a:pPr lvl="0"/>
            <a:r>
              <a:rPr lang="en-US"/>
              <a:t>Click to edit</a:t>
            </a:r>
          </a:p>
        </p:txBody>
      </p:sp>
      <p:sp>
        <p:nvSpPr>
          <p:cNvPr id="2" name="Date Placeholder 1">
            <a:extLst>
              <a:ext uri="{FF2B5EF4-FFF2-40B4-BE49-F238E27FC236}">
                <a16:creationId xmlns:a16="http://schemas.microsoft.com/office/drawing/2014/main" id="{AAC8134C-ADB9-4E1C-97DD-12E5DE2C7753}"/>
              </a:ext>
            </a:extLst>
          </p:cNvPr>
          <p:cNvSpPr>
            <a:spLocks noGrp="1"/>
          </p:cNvSpPr>
          <p:nvPr>
            <p:ph type="dt" sz="half" idx="12"/>
          </p:nvPr>
        </p:nvSpPr>
        <p:spPr/>
        <p:txBody>
          <a:bodyPr/>
          <a:lstStyle/>
          <a:p>
            <a:r>
              <a:rPr lang="en-US"/>
              <a:t>September 3, 20XX </a:t>
            </a:r>
            <a:endParaRPr lang="en-US" dirty="0"/>
          </a:p>
        </p:txBody>
      </p:sp>
      <p:sp>
        <p:nvSpPr>
          <p:cNvPr id="4" name="Footer Placeholder 3">
            <a:extLst>
              <a:ext uri="{FF2B5EF4-FFF2-40B4-BE49-F238E27FC236}">
                <a16:creationId xmlns:a16="http://schemas.microsoft.com/office/drawing/2014/main" id="{67A0C24D-14BB-46C9-A4C2-DB15E4FB9B2B}"/>
              </a:ext>
            </a:extLst>
          </p:cNvPr>
          <p:cNvSpPr>
            <a:spLocks noGrp="1"/>
          </p:cNvSpPr>
          <p:nvPr>
            <p:ph type="ftr" sz="quarter" idx="13"/>
          </p:nvPr>
        </p:nvSpPr>
        <p:spPr/>
        <p:txBody>
          <a:bodyPr/>
          <a:lstStyle/>
          <a:p>
            <a:r>
              <a:rPr lang="en-US">
                <a:solidFill>
                  <a:schemeClr val="bg1"/>
                </a:solidFill>
              </a:rPr>
              <a:t>Annual Review</a:t>
            </a:r>
            <a:endParaRPr lang="en-US" dirty="0">
              <a:solidFill>
                <a:schemeClr val="bg1"/>
              </a:solidFill>
            </a:endParaRPr>
          </a:p>
        </p:txBody>
      </p:sp>
      <p:sp>
        <p:nvSpPr>
          <p:cNvPr id="5" name="Slide Number Placeholder 4">
            <a:extLst>
              <a:ext uri="{FF2B5EF4-FFF2-40B4-BE49-F238E27FC236}">
                <a16:creationId xmlns:a16="http://schemas.microsoft.com/office/drawing/2014/main" id="{B033D085-5F13-41E2-9C46-08E3E2846CC8}"/>
              </a:ext>
            </a:extLst>
          </p:cNvPr>
          <p:cNvSpPr>
            <a:spLocks noGrp="1"/>
          </p:cNvSpPr>
          <p:nvPr>
            <p:ph type="sldNum" sz="quarter" idx="1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333889743"/>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35C0DBA-B958-984A-8540-551D3604D6D8}"/>
              </a:ext>
            </a:extLst>
          </p:cNvPr>
          <p:cNvSpPr>
            <a:spLocks noGrp="1"/>
          </p:cNvSpPr>
          <p:nvPr>
            <p:ph type="title"/>
          </p:nvPr>
        </p:nvSpPr>
        <p:spPr>
          <a:xfrm>
            <a:off x="6257107" y="999068"/>
            <a:ext cx="4876800" cy="645284"/>
          </a:xfrm>
          <a:prstGeom prst="rect">
            <a:avLst/>
          </a:prstGeom>
        </p:spPr>
        <p:txBody>
          <a:bodyPr lIns="0" tIns="0" rIns="0" bIns="0" anchor="b"/>
          <a:lstStyle/>
          <a:p>
            <a:r>
              <a:rPr lang="en-US" dirty="0"/>
              <a:t>Click to edit</a:t>
            </a:r>
          </a:p>
        </p:txBody>
      </p:sp>
      <p:sp>
        <p:nvSpPr>
          <p:cNvPr id="25" name="Content Placeholder 2">
            <a:extLst>
              <a:ext uri="{FF2B5EF4-FFF2-40B4-BE49-F238E27FC236}">
                <a16:creationId xmlns:a16="http://schemas.microsoft.com/office/drawing/2014/main" id="{0C9ECF50-A899-D84A-8DA7-545D7B1945C4}"/>
              </a:ext>
            </a:extLst>
          </p:cNvPr>
          <p:cNvSpPr>
            <a:spLocks noGrp="1"/>
          </p:cNvSpPr>
          <p:nvPr>
            <p:ph sz="half" idx="1"/>
          </p:nvPr>
        </p:nvSpPr>
        <p:spPr>
          <a:xfrm>
            <a:off x="6257107" y="2286003"/>
            <a:ext cx="4876800" cy="2332729"/>
          </a:xfrm>
          <a:prstGeom prst="rect">
            <a:avLst/>
          </a:prstGeom>
        </p:spPr>
        <p:txBody>
          <a:bodyPr lIns="0" tIns="0" rIns="0" bIns="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Click to edit</a:t>
            </a:r>
          </a:p>
        </p:txBody>
      </p:sp>
      <p:cxnSp>
        <p:nvCxnSpPr>
          <p:cNvPr id="11" name="Straight Connector 10">
            <a:extLst>
              <a:ext uri="{FF2B5EF4-FFF2-40B4-BE49-F238E27FC236}">
                <a16:creationId xmlns:a16="http://schemas.microsoft.com/office/drawing/2014/main" id="{0C23E260-2F88-C54F-893E-80966D14934A}"/>
              </a:ext>
            </a:extLst>
          </p:cNvPr>
          <p:cNvCxnSpPr>
            <a:cxnSpLocks/>
          </p:cNvCxnSpPr>
          <p:nvPr userDrawn="1"/>
        </p:nvCxnSpPr>
        <p:spPr>
          <a:xfrm>
            <a:off x="6261560" y="1869925"/>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141785DC-164D-344A-8D61-85C59CABECCD}"/>
              </a:ext>
            </a:extLst>
          </p:cNvPr>
          <p:cNvSpPr>
            <a:spLocks noGrp="1"/>
          </p:cNvSpPr>
          <p:nvPr>
            <p:ph type="pic" sz="quarter" idx="10"/>
          </p:nvPr>
        </p:nvSpPr>
        <p:spPr>
          <a:xfrm>
            <a:off x="0" y="990600"/>
            <a:ext cx="4837176" cy="4837176"/>
          </a:xfrm>
          <a:prstGeom prst="rect">
            <a:avLst/>
          </a:prstGeom>
        </p:spPr>
        <p:txBody>
          <a:bodyPr/>
          <a:lstStyle/>
          <a:p>
            <a:endParaRPr lang="en-US" dirty="0"/>
          </a:p>
        </p:txBody>
      </p:sp>
      <p:sp>
        <p:nvSpPr>
          <p:cNvPr id="9" name="Content Placeholder 13">
            <a:extLst>
              <a:ext uri="{FF2B5EF4-FFF2-40B4-BE49-F238E27FC236}">
                <a16:creationId xmlns:a16="http://schemas.microsoft.com/office/drawing/2014/main" id="{8B57D363-927D-CE43-AD8A-2F5E6CC59E9F}"/>
              </a:ext>
            </a:extLst>
          </p:cNvPr>
          <p:cNvSpPr>
            <a:spLocks noGrp="1"/>
          </p:cNvSpPr>
          <p:nvPr>
            <p:ph sz="quarter" idx="12"/>
          </p:nvPr>
        </p:nvSpPr>
        <p:spPr>
          <a:xfrm>
            <a:off x="6257107" y="4659581"/>
            <a:ext cx="4876800" cy="543031"/>
          </a:xfrm>
          <a:prstGeom prst="rect">
            <a:avLst/>
          </a:prstGeom>
        </p:spPr>
        <p:txBody>
          <a:bodyPr lIns="0" tIns="0" rIns="0" bIns="0" anchor="t"/>
          <a:lstStyle>
            <a:lvl1pPr marL="0" indent="0">
              <a:buFontTx/>
              <a:buNone/>
              <a:defRPr sz="1600"/>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a:t>
            </a:r>
          </a:p>
        </p:txBody>
      </p:sp>
      <p:sp>
        <p:nvSpPr>
          <p:cNvPr id="6" name="Date Placeholder 5">
            <a:extLst>
              <a:ext uri="{FF2B5EF4-FFF2-40B4-BE49-F238E27FC236}">
                <a16:creationId xmlns:a16="http://schemas.microsoft.com/office/drawing/2014/main" id="{DB2FDBC3-20E9-45B6-850D-2F34EA22D1B8}"/>
              </a:ext>
            </a:extLst>
          </p:cNvPr>
          <p:cNvSpPr>
            <a:spLocks noGrp="1"/>
          </p:cNvSpPr>
          <p:nvPr>
            <p:ph type="dt" sz="half" idx="13"/>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BC17A152-7FD0-42FA-9937-8667D4B75152}"/>
              </a:ext>
            </a:extLst>
          </p:cNvPr>
          <p:cNvSpPr>
            <a:spLocks noGrp="1"/>
          </p:cNvSpPr>
          <p:nvPr>
            <p:ph type="ftr" sz="quarter" idx="14"/>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B687AABD-BCAB-4325-8510-954CAAD92A9D}"/>
              </a:ext>
            </a:extLst>
          </p:cNvPr>
          <p:cNvSpPr>
            <a:spLocks noGrp="1"/>
          </p:cNvSpPr>
          <p:nvPr>
            <p:ph type="sldNum" sz="quarter" idx="15"/>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218541589"/>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79F22C8-3EAB-425F-ADBA-3A162D82024E}"/>
              </a:ext>
            </a:extLst>
          </p:cNvPr>
          <p:cNvSpPr>
            <a:spLocks noGrp="1"/>
          </p:cNvSpPr>
          <p:nvPr>
            <p:ph type="dt" sz="half" idx="2"/>
          </p:nvPr>
        </p:nvSpPr>
        <p:spPr>
          <a:xfrm>
            <a:off x="9830818" y="6292334"/>
            <a:ext cx="1522982" cy="182880"/>
          </a:xfrm>
          <a:prstGeom prst="rect">
            <a:avLst/>
          </a:prstGeom>
        </p:spPr>
        <p:txBody>
          <a:bodyPr vert="horz" lIns="0" tIns="45720" rIns="0" bIns="45720" rtlCol="0" anchor="ctr"/>
          <a:lstStyle>
            <a:lvl1pPr algn="l">
              <a:defRPr sz="1200" b="0">
                <a:solidFill>
                  <a:schemeClr val="bg1"/>
                </a:solidFill>
              </a:defRPr>
            </a:lvl1pPr>
          </a:lstStyle>
          <a:p>
            <a:r>
              <a:rPr lang="en-US"/>
              <a:t>September 3, 20XX </a:t>
            </a:r>
            <a:endParaRPr lang="en-US" dirty="0"/>
          </a:p>
        </p:txBody>
      </p:sp>
      <p:sp>
        <p:nvSpPr>
          <p:cNvPr id="3" name="Footer Placeholder 4">
            <a:extLst>
              <a:ext uri="{FF2B5EF4-FFF2-40B4-BE49-F238E27FC236}">
                <a16:creationId xmlns:a16="http://schemas.microsoft.com/office/drawing/2014/main" id="{CC4B4F87-0B31-4EDA-8270-4233B0D8FF74}"/>
              </a:ext>
            </a:extLst>
          </p:cNvPr>
          <p:cNvSpPr>
            <a:spLocks noGrp="1"/>
          </p:cNvSpPr>
          <p:nvPr>
            <p:ph type="ftr" sz="quarter" idx="3"/>
          </p:nvPr>
        </p:nvSpPr>
        <p:spPr>
          <a:xfrm>
            <a:off x="8298180" y="6294120"/>
            <a:ext cx="1462788" cy="182880"/>
          </a:xfrm>
          <a:prstGeom prst="rect">
            <a:avLst/>
          </a:prstGeom>
        </p:spPr>
        <p:txBody>
          <a:bodyPr vert="horz" lIns="91440" tIns="45720" rIns="91440" bIns="45720" rtlCol="0" anchor="ctr"/>
          <a:lstStyle>
            <a:lvl1pPr algn="l">
              <a:defRPr sz="1200" b="1">
                <a:solidFill>
                  <a:schemeClr val="bg1"/>
                </a:solidFill>
              </a:defRPr>
            </a:lvl1pPr>
          </a:lstStyle>
          <a:p>
            <a:r>
              <a:rPr lang="en-US">
                <a:solidFill>
                  <a:schemeClr val="bg1"/>
                </a:solidFill>
              </a:rPr>
              <a:t>Annual Review</a:t>
            </a:r>
            <a:endParaRPr lang="en-US" dirty="0">
              <a:solidFill>
                <a:schemeClr val="bg1"/>
              </a:solidFill>
            </a:endParaRPr>
          </a:p>
        </p:txBody>
      </p:sp>
      <p:sp>
        <p:nvSpPr>
          <p:cNvPr id="4" name="Slide Number Placeholder 5">
            <a:extLst>
              <a:ext uri="{FF2B5EF4-FFF2-40B4-BE49-F238E27FC236}">
                <a16:creationId xmlns:a16="http://schemas.microsoft.com/office/drawing/2014/main" id="{A05EC255-976A-48BF-A8A0-1ECEBDFBB6B7}"/>
              </a:ext>
            </a:extLst>
          </p:cNvPr>
          <p:cNvSpPr>
            <a:spLocks noGrp="1"/>
          </p:cNvSpPr>
          <p:nvPr>
            <p:ph type="sldNum" sz="quarter" idx="4"/>
          </p:nvPr>
        </p:nvSpPr>
        <p:spPr>
          <a:xfrm>
            <a:off x="11493500" y="6292334"/>
            <a:ext cx="412750" cy="182880"/>
          </a:xfrm>
          <a:prstGeom prst="rect">
            <a:avLst/>
          </a:prstGeom>
        </p:spPr>
        <p:txBody>
          <a:bodyPr vert="horz" lIns="91440" tIns="45720" rIns="91440" bIns="45720" rtlCol="0" anchor="ctr"/>
          <a:lstStyle>
            <a:lvl1pPr algn="r">
              <a:defRPr sz="1200">
                <a:solidFill>
                  <a:schemeClr val="bg1"/>
                </a:solidFill>
              </a:defRPr>
            </a:lvl1pPr>
          </a:lstStyle>
          <a:p>
            <a:fld id="{7782931A-7D25-4B4B-9464-57AE418934A3}"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74" r:id="rId2"/>
    <p:sldLayoutId id="2147483673" r:id="rId3"/>
    <p:sldLayoutId id="2147483671" r:id="rId4"/>
    <p:sldLayoutId id="2147483678" r:id="rId5"/>
    <p:sldLayoutId id="2147483676" r:id="rId6"/>
    <p:sldLayoutId id="2147483677" r:id="rId7"/>
    <p:sldLayoutId id="2147483660" r:id="rId8"/>
    <p:sldLayoutId id="2147483675" r:id="rId9"/>
    <p:sldLayoutId id="2147483679" r:id="rId10"/>
    <p:sldLayoutId id="2147483680" r:id="rId11"/>
    <p:sldLayoutId id="2147483681" r:id="rId12"/>
    <p:sldLayoutId id="2147483684" r:id="rId13"/>
  </p:sldLayoutIdLst>
  <p:hf hdr="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7008" userDrawn="1">
          <p15:clr>
            <a:srgbClr val="F26B43"/>
          </p15:clr>
        </p15:guide>
        <p15:guide id="8" pos="3720">
          <p15:clr>
            <a:srgbClr val="547EBF"/>
          </p15:clr>
        </p15:guide>
        <p15:guide id="9" pos="2112">
          <p15:clr>
            <a:srgbClr val="547EBF"/>
          </p15:clr>
        </p15:guide>
        <p15:guide id="10" pos="1824" userDrawn="1">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orient="horz" pos="624" userDrawn="1">
          <p15:clr>
            <a:srgbClr val="F26B43"/>
          </p15:clr>
        </p15:guide>
        <p15:guide id="18" orient="horz" pos="3672" userDrawn="1">
          <p15:clr>
            <a:srgbClr val="F26B43"/>
          </p15:clr>
        </p15:guide>
        <p15:guide id="19" pos="3984"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eirini-griniezaki-a40948176/" TargetMode="External"/><Relationship Id="rId2" Type="http://schemas.openxmlformats.org/officeDocument/2006/relationships/hyperlink" Target="https://www.linkedin.com/in/vasileios-feidantsi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99CF7C-AFAB-48F1-8FC3-CCCE989822A6}"/>
              </a:ext>
            </a:extLst>
          </p:cNvPr>
          <p:cNvSpPr>
            <a:spLocks noGrp="1"/>
          </p:cNvSpPr>
          <p:nvPr>
            <p:ph type="title"/>
          </p:nvPr>
        </p:nvSpPr>
        <p:spPr/>
        <p:txBody>
          <a:bodyPr/>
          <a:lstStyle/>
          <a:p>
            <a:r>
              <a:rPr lang="en-US" dirty="0"/>
              <a:t>Brain To Text: Mapping Intracortical Neural Activity to Text</a:t>
            </a:r>
          </a:p>
        </p:txBody>
      </p:sp>
      <p:sp>
        <p:nvSpPr>
          <p:cNvPr id="3" name="Content Placeholder 2">
            <a:extLst>
              <a:ext uri="{FF2B5EF4-FFF2-40B4-BE49-F238E27FC236}">
                <a16:creationId xmlns:a16="http://schemas.microsoft.com/office/drawing/2014/main" id="{CA8ECC17-4660-124A-8996-54F15FD169C0}"/>
              </a:ext>
            </a:extLst>
          </p:cNvPr>
          <p:cNvSpPr>
            <a:spLocks noGrp="1"/>
          </p:cNvSpPr>
          <p:nvPr>
            <p:ph sz="quarter" idx="11"/>
          </p:nvPr>
        </p:nvSpPr>
        <p:spPr/>
        <p:txBody>
          <a:bodyPr/>
          <a:lstStyle/>
          <a:p>
            <a:r>
              <a:rPr lang="en-US" b="1" dirty="0"/>
              <a:t>HY573</a:t>
            </a:r>
            <a:r>
              <a:rPr lang="en-US" dirty="0"/>
              <a:t>      </a:t>
            </a:r>
            <a:r>
              <a:rPr lang="en-US" b="1" dirty="0">
                <a:hlinkClick r:id="rId2"/>
              </a:rPr>
              <a:t>Vasileios Feidantsis</a:t>
            </a:r>
            <a:r>
              <a:rPr lang="en-US" b="1" dirty="0"/>
              <a:t>,  </a:t>
            </a:r>
            <a:r>
              <a:rPr lang="en-US" b="1" dirty="0">
                <a:hlinkClick r:id="rId3"/>
              </a:rPr>
              <a:t>Eirini Griniezaki</a:t>
            </a:r>
            <a:r>
              <a:rPr lang="en-US" b="1" dirty="0"/>
              <a:t> </a:t>
            </a:r>
            <a:r>
              <a:rPr lang="en-US" dirty="0"/>
              <a:t>Jan 25, 2026 </a:t>
            </a:r>
          </a:p>
          <a:p>
            <a:endParaRPr lang="en-US" dirty="0"/>
          </a:p>
        </p:txBody>
      </p:sp>
    </p:spTree>
    <p:extLst>
      <p:ext uri="{BB962C8B-B14F-4D97-AF65-F5344CB8AC3E}">
        <p14:creationId xmlns:p14="http://schemas.microsoft.com/office/powerpoint/2010/main" val="2605473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6EE-4FBD-534E-AAED-6C54465EF91C}"/>
              </a:ext>
            </a:extLst>
          </p:cNvPr>
          <p:cNvSpPr>
            <a:spLocks noGrp="1"/>
          </p:cNvSpPr>
          <p:nvPr>
            <p:ph type="title"/>
          </p:nvPr>
        </p:nvSpPr>
        <p:spPr>
          <a:xfrm>
            <a:off x="6257107" y="999068"/>
            <a:ext cx="4876800" cy="645284"/>
          </a:xfrm>
        </p:spPr>
        <p:txBody>
          <a:bodyPr lIns="0" tIns="0" rIns="0" bIns="0" anchor="b">
            <a:normAutofit/>
          </a:bodyPr>
          <a:lstStyle/>
          <a:p>
            <a:r>
              <a:rPr lang="en-US" b="1" kern="1200">
                <a:latin typeface="+mj-lt"/>
                <a:ea typeface="+mj-ea"/>
                <a:cs typeface="+mj-cs"/>
              </a:rPr>
              <a:t>Overview</a:t>
            </a:r>
          </a:p>
        </p:txBody>
      </p:sp>
      <p:sp>
        <p:nvSpPr>
          <p:cNvPr id="3" name="Content Placeholder 2">
            <a:extLst>
              <a:ext uri="{FF2B5EF4-FFF2-40B4-BE49-F238E27FC236}">
                <a16:creationId xmlns:a16="http://schemas.microsoft.com/office/drawing/2014/main" id="{0EC737E2-1EBF-6244-8E0A-274D170CCCE9}"/>
              </a:ext>
            </a:extLst>
          </p:cNvPr>
          <p:cNvSpPr>
            <a:spLocks noGrp="1"/>
          </p:cNvSpPr>
          <p:nvPr>
            <p:ph sz="half" idx="1"/>
          </p:nvPr>
        </p:nvSpPr>
        <p:spPr>
          <a:xfrm>
            <a:off x="6257107" y="2286003"/>
            <a:ext cx="4876800" cy="2332729"/>
          </a:xfrm>
        </p:spPr>
        <p:txBody>
          <a:bodyPr lIns="0" tIns="0" rIns="0" bIns="0">
            <a:normAutofit/>
          </a:bodyPr>
          <a:lstStyle/>
          <a:p>
            <a:pPr>
              <a:lnSpc>
                <a:spcPct val="90000"/>
              </a:lnSpc>
            </a:pPr>
            <a:r>
              <a:rPr lang="en-US" sz="1500" kern="1200">
                <a:latin typeface="+mn-lt"/>
                <a:ea typeface="+mn-ea"/>
                <a:cs typeface="+mn-cs"/>
              </a:rPr>
              <a:t>People with ALS or brainstem stroke can lose the ability to move and speak. Speech brain-computer interfaces (BCIs) can restore communication by decoding what someone is trying to say directly from their brain activity. Once decoded, the person’s intended message can be spoken for them or typed as text on a computer. Following up on prior speech decoding work, it was recently demonstrated that a “brain-to-text” speech BCI can decode the attempted speech of a man with ALS and severe dysarthria into words with 97.5% accuracy.</a:t>
            </a:r>
          </a:p>
        </p:txBody>
      </p:sp>
      <p:sp>
        <p:nvSpPr>
          <p:cNvPr id="9" name="Footer Placeholder 4">
            <a:extLst>
              <a:ext uri="{FF2B5EF4-FFF2-40B4-BE49-F238E27FC236}">
                <a16:creationId xmlns:a16="http://schemas.microsoft.com/office/drawing/2014/main" id="{CC3B50B9-4880-27A8-7E22-94ABC7A26F3C}"/>
              </a:ext>
            </a:extLst>
          </p:cNvPr>
          <p:cNvSpPr txBox="1">
            <a:spLocks/>
          </p:cNvSpPr>
          <p:nvPr/>
        </p:nvSpPr>
        <p:spPr>
          <a:xfrm>
            <a:off x="6257107" y="4659581"/>
            <a:ext cx="4876800" cy="827087"/>
          </a:xfrm>
          <a:prstGeom prst="rect">
            <a:avLst/>
          </a:prstGeom>
        </p:spPr>
        <p:txBody>
          <a:bodyPr vert="horz" lIns="0" tIns="0" rIns="0" bIns="0" rtlCol="0" anchor="t">
            <a:normAutofit/>
          </a:bodyPr>
          <a:lstStyle>
            <a:defPPr>
              <a:defRPr lang="en-US"/>
            </a:defPPr>
            <a:lvl1pPr marL="0" algn="l"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600" kern="1200">
                <a:latin typeface="+mn-lt"/>
                <a:ea typeface="+mn-ea"/>
                <a:cs typeface="+mn-cs"/>
              </a:rPr>
              <a:t>Decoding Silent Speech</a:t>
            </a:r>
          </a:p>
        </p:txBody>
      </p:sp>
      <p:sp>
        <p:nvSpPr>
          <p:cNvPr id="8203" name="Date Placeholder 5">
            <a:extLst>
              <a:ext uri="{FF2B5EF4-FFF2-40B4-BE49-F238E27FC236}">
                <a16:creationId xmlns:a16="http://schemas.microsoft.com/office/drawing/2014/main" id="{8E87F678-C4DA-2250-B190-010C8BA37E94}"/>
              </a:ext>
            </a:extLst>
          </p:cNvPr>
          <p:cNvSpPr>
            <a:spLocks noGrp="1"/>
          </p:cNvSpPr>
          <p:nvPr>
            <p:ph type="dt" sz="half" idx="13"/>
          </p:nvPr>
        </p:nvSpPr>
        <p:spPr>
          <a:xfrm>
            <a:off x="9830818" y="6292334"/>
            <a:ext cx="1522982" cy="182880"/>
          </a:xfrm>
        </p:spPr>
        <p:txBody>
          <a:bodyPr vert="horz" lIns="0" tIns="45720" rIns="0" bIns="45720" rtlCol="0" anchor="ctr">
            <a:normAutofit/>
          </a:bodyPr>
          <a:lstStyle/>
          <a:p>
            <a:pPr>
              <a:lnSpc>
                <a:spcPct val="90000"/>
              </a:lnSpc>
              <a:spcAft>
                <a:spcPts val="600"/>
              </a:spcAft>
            </a:pPr>
            <a:r>
              <a:rPr lang="en-US" sz="600" b="0" kern="1200">
                <a:latin typeface="+mn-lt"/>
                <a:ea typeface="+mn-ea"/>
                <a:cs typeface="+mn-cs"/>
              </a:rPr>
              <a:t>September 3, 20XX </a:t>
            </a:r>
          </a:p>
        </p:txBody>
      </p:sp>
      <p:sp>
        <p:nvSpPr>
          <p:cNvPr id="5" name="Footer Placeholder 4">
            <a:extLst>
              <a:ext uri="{FF2B5EF4-FFF2-40B4-BE49-F238E27FC236}">
                <a16:creationId xmlns:a16="http://schemas.microsoft.com/office/drawing/2014/main" id="{CD9C25C0-C28C-43A9-A830-FCBFC8BAA610}"/>
              </a:ext>
            </a:extLst>
          </p:cNvPr>
          <p:cNvSpPr>
            <a:spLocks noGrp="1"/>
          </p:cNvSpPr>
          <p:nvPr>
            <p:ph type="ftr" sz="quarter" idx="14"/>
          </p:nvPr>
        </p:nvSpPr>
        <p:spPr>
          <a:xfrm>
            <a:off x="8298180" y="6294120"/>
            <a:ext cx="1462788" cy="182880"/>
          </a:xfrm>
        </p:spPr>
        <p:txBody>
          <a:bodyPr vert="horz" lIns="91440" tIns="45720" rIns="91440" bIns="45720" rtlCol="0" anchor="ctr">
            <a:normAutofit/>
          </a:bodyPr>
          <a:lstStyle/>
          <a:p>
            <a:pPr>
              <a:lnSpc>
                <a:spcPct val="90000"/>
              </a:lnSpc>
              <a:spcAft>
                <a:spcPts val="600"/>
              </a:spcAft>
            </a:pPr>
            <a:r>
              <a:rPr lang="en-US" sz="600" b="1" kern="1200" dirty="0">
                <a:latin typeface="+mn-lt"/>
                <a:ea typeface="+mn-ea"/>
                <a:cs typeface="+mn-cs"/>
              </a:rPr>
              <a:t> </a:t>
            </a:r>
          </a:p>
        </p:txBody>
      </p:sp>
      <p:sp>
        <p:nvSpPr>
          <p:cNvPr id="6" name="Slide Number Placeholder 5">
            <a:extLst>
              <a:ext uri="{FF2B5EF4-FFF2-40B4-BE49-F238E27FC236}">
                <a16:creationId xmlns:a16="http://schemas.microsoft.com/office/drawing/2014/main" id="{2ADE5F9E-39DA-49B7-8AA0-FF8E2B15DEEB}"/>
              </a:ext>
            </a:extLst>
          </p:cNvPr>
          <p:cNvSpPr>
            <a:spLocks noGrp="1"/>
          </p:cNvSpPr>
          <p:nvPr>
            <p:ph type="sldNum" sz="quarter" idx="15"/>
          </p:nvPr>
        </p:nvSpPr>
        <p:spPr>
          <a:xfrm>
            <a:off x="11493500" y="6292334"/>
            <a:ext cx="412750" cy="182880"/>
          </a:xfrm>
        </p:spPr>
        <p:txBody>
          <a:bodyPr vert="horz" lIns="91440" tIns="45720" rIns="91440" bIns="45720" rtlCol="0" anchor="ctr">
            <a:normAutofit/>
          </a:bodyPr>
          <a:lstStyle/>
          <a:p>
            <a:pPr>
              <a:lnSpc>
                <a:spcPct val="90000"/>
              </a:lnSpc>
              <a:spcAft>
                <a:spcPts val="600"/>
              </a:spcAft>
            </a:pPr>
            <a:fld id="{7782931A-7D25-4B4B-9464-57AE418934A3}" type="slidenum">
              <a:rPr lang="en-US" sz="600" smtClean="0"/>
              <a:pPr>
                <a:lnSpc>
                  <a:spcPct val="90000"/>
                </a:lnSpc>
                <a:spcAft>
                  <a:spcPts val="600"/>
                </a:spcAft>
              </a:pPr>
              <a:t>2</a:t>
            </a:fld>
            <a:endParaRPr lang="en-US" sz="600"/>
          </a:p>
        </p:txBody>
      </p:sp>
      <p:sp>
        <p:nvSpPr>
          <p:cNvPr id="14" name="Picture Placeholder 13">
            <a:extLst>
              <a:ext uri="{FF2B5EF4-FFF2-40B4-BE49-F238E27FC236}">
                <a16:creationId xmlns:a16="http://schemas.microsoft.com/office/drawing/2014/main" id="{52B64F85-0F40-FE77-29B3-2C661E5EE0EB}"/>
              </a:ext>
            </a:extLst>
          </p:cNvPr>
          <p:cNvSpPr>
            <a:spLocks noGrp="1"/>
          </p:cNvSpPr>
          <p:nvPr>
            <p:ph type="pic" sz="quarter" idx="10"/>
          </p:nvPr>
        </p:nvSpPr>
        <p:spPr/>
        <p:txBody>
          <a:bodyPr/>
          <a:lstStyle/>
          <a:p>
            <a:endParaRPr lang="en-US"/>
          </a:p>
        </p:txBody>
      </p:sp>
      <p:pic>
        <p:nvPicPr>
          <p:cNvPr id="8202" name="Picture 10" descr="Speech neuroprosthesis overview">
            <a:extLst>
              <a:ext uri="{FF2B5EF4-FFF2-40B4-BE49-F238E27FC236}">
                <a16:creationId xmlns:a16="http://schemas.microsoft.com/office/drawing/2014/main" id="{DCD88818-66D9-E991-78C3-F17046B4C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0" y="1041097"/>
            <a:ext cx="6260337" cy="4837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832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324FA0-0DB4-3942-B6B8-27D09C4FFA0C}"/>
              </a:ext>
            </a:extLst>
          </p:cNvPr>
          <p:cNvSpPr>
            <a:spLocks noGrp="1"/>
          </p:cNvSpPr>
          <p:nvPr>
            <p:ph type="title"/>
          </p:nvPr>
        </p:nvSpPr>
        <p:spPr/>
        <p:txBody>
          <a:bodyPr/>
          <a:lstStyle/>
          <a:p>
            <a:br>
              <a:rPr lang="en-US" dirty="0"/>
            </a:br>
            <a:r>
              <a:rPr lang="en-US" dirty="0"/>
              <a:t>Overview</a:t>
            </a:r>
          </a:p>
        </p:txBody>
      </p:sp>
      <p:sp>
        <p:nvSpPr>
          <p:cNvPr id="6" name="Slide Number Placeholder 5">
            <a:extLst>
              <a:ext uri="{FF2B5EF4-FFF2-40B4-BE49-F238E27FC236}">
                <a16:creationId xmlns:a16="http://schemas.microsoft.com/office/drawing/2014/main" id="{6841C65C-0714-4BCD-8550-1DD2C44FAD8F}"/>
              </a:ext>
            </a:extLst>
          </p:cNvPr>
          <p:cNvSpPr>
            <a:spLocks noGrp="1"/>
          </p:cNvSpPr>
          <p:nvPr>
            <p:ph type="sldNum" sz="quarter" idx="13"/>
          </p:nvPr>
        </p:nvSpPr>
        <p:spPr>
          <a:xfrm>
            <a:off x="11493500" y="6292334"/>
            <a:ext cx="412750" cy="182880"/>
          </a:xfrm>
        </p:spPr>
        <p:txBody>
          <a:bodyPr/>
          <a:lstStyle/>
          <a:p>
            <a:fld id="{7782931A-7D25-4B4B-9464-57AE418934A3}" type="slidenum">
              <a:rPr lang="en-US" smtClean="0"/>
              <a:pPr/>
              <a:t>3</a:t>
            </a:fld>
            <a:endParaRPr lang="en-US"/>
          </a:p>
        </p:txBody>
      </p:sp>
      <p:sp>
        <p:nvSpPr>
          <p:cNvPr id="7" name="Date Placeholder 5">
            <a:extLst>
              <a:ext uri="{FF2B5EF4-FFF2-40B4-BE49-F238E27FC236}">
                <a16:creationId xmlns:a16="http://schemas.microsoft.com/office/drawing/2014/main" id="{029F79E9-2590-4290-8EFD-A6EB763F0867}"/>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9" name="Rectangle 3">
            <a:extLst>
              <a:ext uri="{FF2B5EF4-FFF2-40B4-BE49-F238E27FC236}">
                <a16:creationId xmlns:a16="http://schemas.microsoft.com/office/drawing/2014/main" id="{C8303935-44C7-0F9E-18FF-749B44C2C840}"/>
              </a:ext>
            </a:extLst>
          </p:cNvPr>
          <p:cNvSpPr>
            <a:spLocks noGrp="1" noChangeArrowheads="1"/>
          </p:cNvSpPr>
          <p:nvPr>
            <p:ph type="body" sz="quarter" idx="10"/>
          </p:nvPr>
        </p:nvSpPr>
        <p:spPr bwMode="auto">
          <a:xfrm>
            <a:off x="1035068" y="2316517"/>
            <a:ext cx="101346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b="1" dirty="0"/>
              <a:t>The Technology: </a:t>
            </a:r>
            <a:r>
              <a:rPr lang="en-US" altLang="en-US" sz="2600" dirty="0"/>
              <a:t>Developing a high-performance Speech Brain-Computer Interface (BCI) that translates neural intent directly into digital text.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b="1" dirty="0"/>
              <a:t>The Focus: </a:t>
            </a:r>
            <a:r>
              <a:rPr lang="en-US" altLang="en-US" sz="2600" dirty="0"/>
              <a:t>Leveraging a massive 20-month dataset from 256 intracortical microelectrodes implanted in the speech motor cortex.</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b="1" dirty="0"/>
              <a:t>The Challenge: </a:t>
            </a:r>
            <a:r>
              <a:rPr lang="en-US" altLang="en-US" sz="2600" dirty="0"/>
              <a:t>Decoding a mixture of attempted vocalized and attempted silent speech across a diverse 10,000+ sentence corpus.</a:t>
            </a:r>
          </a:p>
        </p:txBody>
      </p:sp>
      <p:sp>
        <p:nvSpPr>
          <p:cNvPr id="12" name="Footer Placeholder 4">
            <a:extLst>
              <a:ext uri="{FF2B5EF4-FFF2-40B4-BE49-F238E27FC236}">
                <a16:creationId xmlns:a16="http://schemas.microsoft.com/office/drawing/2014/main" id="{0936027D-F0AF-57D6-9683-6216CC2654F9}"/>
              </a:ext>
            </a:extLst>
          </p:cNvPr>
          <p:cNvSpPr txBox="1">
            <a:spLocks/>
          </p:cNvSpPr>
          <p:nvPr/>
        </p:nvSpPr>
        <p:spPr>
          <a:xfrm>
            <a:off x="8298180" y="6383774"/>
            <a:ext cx="1462788" cy="182880"/>
          </a:xfrm>
          <a:prstGeom prst="rect">
            <a:avLst/>
          </a:prstGeom>
        </p:spPr>
        <p:txBody>
          <a:bodyPr vert="horz" lIns="91440" tIns="45720" rIns="91440" bIns="45720" rtlCol="0" anchor="ctr"/>
          <a:lstStyle>
            <a:defPPr>
              <a:defRPr lang="en-US"/>
            </a:defPPr>
            <a:lvl1pPr marL="0" algn="l"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Decoding Silent Speech</a:t>
            </a:r>
          </a:p>
        </p:txBody>
      </p:sp>
    </p:spTree>
    <p:extLst>
      <p:ext uri="{BB962C8B-B14F-4D97-AF65-F5344CB8AC3E}">
        <p14:creationId xmlns:p14="http://schemas.microsoft.com/office/powerpoint/2010/main" val="738577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4A840E-9000-7441-BEB7-FFEE48A4F70D}"/>
              </a:ext>
            </a:extLst>
          </p:cNvPr>
          <p:cNvSpPr>
            <a:spLocks noGrp="1"/>
          </p:cNvSpPr>
          <p:nvPr>
            <p:ph type="title"/>
          </p:nvPr>
        </p:nvSpPr>
        <p:spPr/>
        <p:txBody>
          <a:bodyPr/>
          <a:lstStyle/>
          <a:p>
            <a:r>
              <a:rPr lang="en-US" dirty="0"/>
              <a:t>The dataset</a:t>
            </a:r>
          </a:p>
        </p:txBody>
      </p:sp>
      <p:sp>
        <p:nvSpPr>
          <p:cNvPr id="2" name="Content Placeholder 1">
            <a:extLst>
              <a:ext uri="{FF2B5EF4-FFF2-40B4-BE49-F238E27FC236}">
                <a16:creationId xmlns:a16="http://schemas.microsoft.com/office/drawing/2014/main" id="{48529241-5517-094D-8365-77164D7362C0}"/>
              </a:ext>
            </a:extLst>
          </p:cNvPr>
          <p:cNvSpPr>
            <a:spLocks noGrp="1"/>
          </p:cNvSpPr>
          <p:nvPr>
            <p:ph sz="half" idx="2"/>
          </p:nvPr>
        </p:nvSpPr>
        <p:spPr>
          <a:xfrm>
            <a:off x="1064941" y="2913094"/>
            <a:ext cx="4868860" cy="1942138"/>
          </a:xfrm>
        </p:spPr>
        <p:txBody>
          <a:bodyPr/>
          <a:lstStyle/>
          <a:p>
            <a:r>
              <a:rPr lang="en-US" b="1" dirty="0"/>
              <a:t>256-channel microelectrode array</a:t>
            </a:r>
            <a:r>
              <a:rPr lang="en-US" dirty="0"/>
              <a:t> → 512-dimensional feature vectors (binned spike counts/power)</a:t>
            </a:r>
          </a:p>
          <a:p>
            <a:r>
              <a:rPr lang="en-US" b="1" dirty="0"/>
              <a:t>Variable-length sequences</a:t>
            </a:r>
            <a:r>
              <a:rPr lang="en-US" dirty="0"/>
              <a:t> per trial</a:t>
            </a:r>
          </a:p>
          <a:p>
            <a:r>
              <a:rPr lang="en-US" b="1" dirty="0"/>
              <a:t>45 sessions</a:t>
            </a:r>
            <a:r>
              <a:rPr lang="en-US" dirty="0"/>
              <a:t> spanning </a:t>
            </a:r>
            <a:r>
              <a:rPr lang="en-US" b="1" dirty="0"/>
              <a:t>20 months</a:t>
            </a:r>
            <a:endParaRPr lang="en-US" dirty="0"/>
          </a:p>
          <a:p>
            <a:endParaRPr lang="en-US" dirty="0"/>
          </a:p>
        </p:txBody>
      </p:sp>
      <p:sp>
        <p:nvSpPr>
          <p:cNvPr id="6" name="Text Placeholder 5">
            <a:extLst>
              <a:ext uri="{FF2B5EF4-FFF2-40B4-BE49-F238E27FC236}">
                <a16:creationId xmlns:a16="http://schemas.microsoft.com/office/drawing/2014/main" id="{DD49E377-69FC-6B46-BF8A-82373088B4BC}"/>
              </a:ext>
            </a:extLst>
          </p:cNvPr>
          <p:cNvSpPr>
            <a:spLocks noGrp="1"/>
          </p:cNvSpPr>
          <p:nvPr>
            <p:ph type="body" sz="quarter" idx="18"/>
          </p:nvPr>
        </p:nvSpPr>
        <p:spPr/>
        <p:txBody>
          <a:bodyPr/>
          <a:lstStyle/>
          <a:p>
            <a:r>
              <a:rPr lang="en-US" dirty="0"/>
              <a:t> </a:t>
            </a:r>
          </a:p>
        </p:txBody>
      </p:sp>
      <p:graphicFrame>
        <p:nvGraphicFramePr>
          <p:cNvPr id="13" name="Content Placeholder 12">
            <a:extLst>
              <a:ext uri="{FF2B5EF4-FFF2-40B4-BE49-F238E27FC236}">
                <a16:creationId xmlns:a16="http://schemas.microsoft.com/office/drawing/2014/main" id="{70D65C15-E29B-1D29-754E-F4A029BA5DC1}"/>
              </a:ext>
            </a:extLst>
          </p:cNvPr>
          <p:cNvGraphicFramePr>
            <a:graphicFrameLocks noGrp="1"/>
          </p:cNvGraphicFramePr>
          <p:nvPr>
            <p:ph sz="half" idx="11"/>
            <p:extLst>
              <p:ext uri="{D42A27DB-BD31-4B8C-83A1-F6EECF244321}">
                <p14:modId xmlns:p14="http://schemas.microsoft.com/office/powerpoint/2010/main" val="4294492874"/>
              </p:ext>
            </p:extLst>
          </p:nvPr>
        </p:nvGraphicFramePr>
        <p:xfrm>
          <a:off x="6387737" y="2328554"/>
          <a:ext cx="4310744" cy="3392976"/>
        </p:xfrm>
        <a:graphic>
          <a:graphicData uri="http://schemas.openxmlformats.org/drawingml/2006/table">
            <a:tbl>
              <a:tblPr/>
              <a:tblGrid>
                <a:gridCol w="2155372">
                  <a:extLst>
                    <a:ext uri="{9D8B030D-6E8A-4147-A177-3AD203B41FA5}">
                      <a16:colId xmlns:a16="http://schemas.microsoft.com/office/drawing/2014/main" val="1783669359"/>
                    </a:ext>
                  </a:extLst>
                </a:gridCol>
                <a:gridCol w="2155372">
                  <a:extLst>
                    <a:ext uri="{9D8B030D-6E8A-4147-A177-3AD203B41FA5}">
                      <a16:colId xmlns:a16="http://schemas.microsoft.com/office/drawing/2014/main" val="151366736"/>
                    </a:ext>
                  </a:extLst>
                </a:gridCol>
              </a:tblGrid>
              <a:tr h="288764">
                <a:tc>
                  <a:txBody>
                    <a:bodyPr/>
                    <a:lstStyle/>
                    <a:p>
                      <a:pPr algn="l" fontAlgn="b">
                        <a:buNone/>
                      </a:pPr>
                      <a:r>
                        <a:rPr lang="en-US" sz="1400" b="1" dirty="0">
                          <a:solidFill>
                            <a:schemeClr val="bg1"/>
                          </a:solidFill>
                          <a:effectLst/>
                        </a:rPr>
                        <a:t>Corpus</a:t>
                      </a:r>
                    </a:p>
                  </a:txBody>
                  <a:tcPr marL="41309" marR="41309" marT="20654" marB="20654" anchor="b">
                    <a:lnL w="9525" cap="flat" cmpd="sng" algn="ctr">
                      <a:solidFill>
                        <a:srgbClr val="6049F7"/>
                      </a:solidFill>
                      <a:prstDash val="solid"/>
                      <a:round/>
                      <a:headEnd type="none" w="med" len="med"/>
                      <a:tailEnd type="none" w="med" len="med"/>
                    </a:lnL>
                    <a:lnR w="9525" cap="flat" cmpd="sng" algn="ctr">
                      <a:solidFill>
                        <a:srgbClr val="000941"/>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tc>
                  <a:txBody>
                    <a:bodyPr/>
                    <a:lstStyle/>
                    <a:p>
                      <a:pPr algn="l" fontAlgn="b">
                        <a:buNone/>
                      </a:pPr>
                      <a:r>
                        <a:rPr lang="en-US" sz="1400" b="1">
                          <a:solidFill>
                            <a:schemeClr val="bg1"/>
                          </a:solidFill>
                          <a:effectLst/>
                        </a:rPr>
                        <a:t>Description</a:t>
                      </a:r>
                    </a:p>
                  </a:txBody>
                  <a:tcPr marL="41309" marR="41309" marT="20654" marB="20654" anchor="b">
                    <a:lnL w="9525" cap="flat" cmpd="sng" algn="ctr">
                      <a:solidFill>
                        <a:srgbClr val="000941"/>
                      </a:solidFill>
                      <a:prstDash val="solid"/>
                      <a:round/>
                      <a:headEnd type="none" w="med" len="med"/>
                      <a:tailEnd type="none" w="med" len="med"/>
                    </a:lnL>
                    <a:lnR w="9525" cap="flat" cmpd="sng" algn="ctr">
                      <a:solidFill>
                        <a:srgbClr val="000941"/>
                      </a:solidFill>
                      <a:prstDash val="solid"/>
                      <a:round/>
                      <a:headEnd type="none" w="med" len="med"/>
                      <a:tailEnd type="none" w="med" len="med"/>
                    </a:lnR>
                    <a:lnT w="9525" cap="flat" cmpd="sng" algn="ctr">
                      <a:solidFill>
                        <a:srgbClr val="000941"/>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extLst>
                  <a:ext uri="{0D108BD9-81ED-4DB2-BD59-A6C34878D82A}">
                    <a16:rowId xmlns:a16="http://schemas.microsoft.com/office/drawing/2014/main" val="1305053544"/>
                  </a:ext>
                </a:extLst>
              </a:tr>
              <a:tr h="721910">
                <a:tc>
                  <a:txBody>
                    <a:bodyPr/>
                    <a:lstStyle/>
                    <a:p>
                      <a:pPr algn="l" fontAlgn="base">
                        <a:buNone/>
                      </a:pPr>
                      <a:r>
                        <a:rPr lang="en-US" sz="1400" b="1" dirty="0">
                          <a:solidFill>
                            <a:schemeClr val="bg1"/>
                          </a:solidFill>
                          <a:effectLst/>
                        </a:rPr>
                        <a:t>Switchboard</a:t>
                      </a:r>
                      <a:endParaRPr lang="en-US" sz="1400" dirty="0">
                        <a:solidFill>
                          <a:schemeClr val="bg1"/>
                        </a:solidFill>
                        <a:effectLst/>
                      </a:endParaRP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tc>
                  <a:txBody>
                    <a:bodyPr/>
                    <a:lstStyle/>
                    <a:p>
                      <a:pPr algn="l" fontAlgn="base">
                        <a:buNone/>
                      </a:pPr>
                      <a:r>
                        <a:rPr lang="en-US" sz="1400" dirty="0">
                          <a:solidFill>
                            <a:schemeClr val="bg1"/>
                          </a:solidFill>
                          <a:effectLst/>
                        </a:rPr>
                        <a:t>Conversational speech patterns</a:t>
                      </a: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extLst>
                  <a:ext uri="{0D108BD9-81ED-4DB2-BD59-A6C34878D82A}">
                    <a16:rowId xmlns:a16="http://schemas.microsoft.com/office/drawing/2014/main" val="851818872"/>
                  </a:ext>
                </a:extLst>
              </a:tr>
              <a:tr h="721910">
                <a:tc>
                  <a:txBody>
                    <a:bodyPr/>
                    <a:lstStyle/>
                    <a:p>
                      <a:pPr algn="l" fontAlgn="base">
                        <a:buNone/>
                      </a:pPr>
                      <a:r>
                        <a:rPr lang="en-US" sz="1400" b="1" dirty="0">
                          <a:solidFill>
                            <a:schemeClr val="bg1"/>
                          </a:solidFill>
                          <a:effectLst/>
                        </a:rPr>
                        <a:t>OpenWebText2</a:t>
                      </a:r>
                      <a:endParaRPr lang="en-US" sz="1400" dirty="0">
                        <a:solidFill>
                          <a:schemeClr val="bg1"/>
                        </a:solidFill>
                        <a:effectLst/>
                      </a:endParaRP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tc>
                  <a:txBody>
                    <a:bodyPr/>
                    <a:lstStyle/>
                    <a:p>
                      <a:pPr algn="l" fontAlgn="base">
                        <a:buNone/>
                      </a:pPr>
                      <a:r>
                        <a:rPr lang="en-US" sz="1400" dirty="0">
                          <a:solidFill>
                            <a:schemeClr val="bg1"/>
                          </a:solidFill>
                          <a:effectLst/>
                        </a:rPr>
                        <a:t>Natural web-crawled sentences</a:t>
                      </a: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extLst>
                  <a:ext uri="{0D108BD9-81ED-4DB2-BD59-A6C34878D82A}">
                    <a16:rowId xmlns:a16="http://schemas.microsoft.com/office/drawing/2014/main" val="3874177634"/>
                  </a:ext>
                </a:extLst>
              </a:tr>
              <a:tr h="721910">
                <a:tc>
                  <a:txBody>
                    <a:bodyPr/>
                    <a:lstStyle/>
                    <a:p>
                      <a:pPr algn="l" fontAlgn="base">
                        <a:buNone/>
                      </a:pPr>
                      <a:r>
                        <a:rPr lang="en-US" sz="1400" b="1" dirty="0">
                          <a:solidFill>
                            <a:schemeClr val="bg1"/>
                          </a:solidFill>
                          <a:effectLst/>
                        </a:rPr>
                        <a:t>Harvard Sentences</a:t>
                      </a:r>
                      <a:endParaRPr lang="en-US" sz="1400" dirty="0">
                        <a:solidFill>
                          <a:schemeClr val="bg1"/>
                        </a:solidFill>
                        <a:effectLst/>
                      </a:endParaRP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tc>
                  <a:txBody>
                    <a:bodyPr/>
                    <a:lstStyle/>
                    <a:p>
                      <a:pPr algn="l" fontAlgn="base">
                        <a:buNone/>
                      </a:pPr>
                      <a:r>
                        <a:rPr lang="en-US" sz="1400" dirty="0">
                          <a:solidFill>
                            <a:schemeClr val="bg1"/>
                          </a:solidFill>
                          <a:effectLst/>
                        </a:rPr>
                        <a:t>Phonetically balanced sentences</a:t>
                      </a: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extLst>
                  <a:ext uri="{0D108BD9-81ED-4DB2-BD59-A6C34878D82A}">
                    <a16:rowId xmlns:a16="http://schemas.microsoft.com/office/drawing/2014/main" val="3110638528"/>
                  </a:ext>
                </a:extLst>
              </a:tr>
              <a:tr h="938482">
                <a:tc>
                  <a:txBody>
                    <a:bodyPr/>
                    <a:lstStyle/>
                    <a:p>
                      <a:pPr algn="l" fontAlgn="base">
                        <a:buNone/>
                      </a:pPr>
                      <a:r>
                        <a:rPr lang="en-US" sz="1400" b="1" dirty="0">
                          <a:solidFill>
                            <a:schemeClr val="bg1"/>
                          </a:solidFill>
                          <a:effectLst/>
                        </a:rPr>
                        <a:t>Random Words</a:t>
                      </a:r>
                      <a:endParaRPr lang="en-US" sz="1400" dirty="0">
                        <a:solidFill>
                          <a:schemeClr val="bg1"/>
                        </a:solidFill>
                        <a:effectLst/>
                      </a:endParaRP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tc>
                  <a:txBody>
                    <a:bodyPr/>
                    <a:lstStyle/>
                    <a:p>
                      <a:pPr algn="l" fontAlgn="base">
                        <a:buNone/>
                      </a:pPr>
                      <a:r>
                        <a:rPr lang="en-US" sz="1400" dirty="0">
                          <a:solidFill>
                            <a:schemeClr val="bg1"/>
                          </a:solidFill>
                          <a:effectLst/>
                        </a:rPr>
                        <a:t>Novel word combinations (tests generalization)</a:t>
                      </a:r>
                    </a:p>
                  </a:txBody>
                  <a:tcPr marL="41309" marR="41309" marT="20654" marB="20654" anchor="ctr">
                    <a:lnL w="9525" cap="flat" cmpd="sng" algn="ctr">
                      <a:solidFill>
                        <a:srgbClr val="6049F7"/>
                      </a:solidFill>
                      <a:prstDash val="solid"/>
                      <a:round/>
                      <a:headEnd type="none" w="med" len="med"/>
                      <a:tailEnd type="none" w="med" len="med"/>
                    </a:lnL>
                    <a:lnR w="9525" cap="flat" cmpd="sng" algn="ctr">
                      <a:solidFill>
                        <a:srgbClr val="6049F7"/>
                      </a:solidFill>
                      <a:prstDash val="solid"/>
                      <a:round/>
                      <a:headEnd type="none" w="med" len="med"/>
                      <a:tailEnd type="none" w="med" len="med"/>
                    </a:lnR>
                    <a:lnT w="9525" cap="flat" cmpd="sng" algn="ctr">
                      <a:solidFill>
                        <a:srgbClr val="6049F7"/>
                      </a:solidFill>
                      <a:prstDash val="solid"/>
                      <a:round/>
                      <a:headEnd type="none" w="med" len="med"/>
                      <a:tailEnd type="none" w="med" len="med"/>
                    </a:lnT>
                    <a:lnB w="9525" cap="flat" cmpd="sng" algn="ctr">
                      <a:solidFill>
                        <a:srgbClr val="6049F7"/>
                      </a:solidFill>
                      <a:prstDash val="solid"/>
                      <a:round/>
                      <a:headEnd type="none" w="med" len="med"/>
                      <a:tailEnd type="none" w="med" len="med"/>
                    </a:lnB>
                    <a:noFill/>
                  </a:tcPr>
                </a:tc>
                <a:extLst>
                  <a:ext uri="{0D108BD9-81ED-4DB2-BD59-A6C34878D82A}">
                    <a16:rowId xmlns:a16="http://schemas.microsoft.com/office/drawing/2014/main" val="1902374758"/>
                  </a:ext>
                </a:extLst>
              </a:tr>
            </a:tbl>
          </a:graphicData>
        </a:graphic>
      </p:graphicFrame>
      <p:sp>
        <p:nvSpPr>
          <p:cNvPr id="8" name="Footer Placeholder 7">
            <a:extLst>
              <a:ext uri="{FF2B5EF4-FFF2-40B4-BE49-F238E27FC236}">
                <a16:creationId xmlns:a16="http://schemas.microsoft.com/office/drawing/2014/main" id="{47AD1E5F-3782-4812-98F3-60BDB803DB78}"/>
              </a:ext>
            </a:extLst>
          </p:cNvPr>
          <p:cNvSpPr>
            <a:spLocks noGrp="1"/>
          </p:cNvSpPr>
          <p:nvPr>
            <p:ph type="ftr" sz="quarter" idx="20"/>
          </p:nvPr>
        </p:nvSpPr>
        <p:spPr>
          <a:xfrm>
            <a:off x="8298180" y="6294120"/>
            <a:ext cx="1462788" cy="182880"/>
          </a:xfrm>
        </p:spPr>
        <p:txBody>
          <a:bodyPr/>
          <a:lstStyle/>
          <a:p>
            <a:r>
              <a:rPr lang="en-US" dirty="0"/>
              <a:t>Decoding Silent Speech</a:t>
            </a:r>
          </a:p>
        </p:txBody>
      </p:sp>
      <p:sp>
        <p:nvSpPr>
          <p:cNvPr id="9" name="Slide Number Placeholder 8">
            <a:extLst>
              <a:ext uri="{FF2B5EF4-FFF2-40B4-BE49-F238E27FC236}">
                <a16:creationId xmlns:a16="http://schemas.microsoft.com/office/drawing/2014/main" id="{4EA07C02-54FF-4B71-8E0D-7F4BCFC6A69E}"/>
              </a:ext>
            </a:extLst>
          </p:cNvPr>
          <p:cNvSpPr>
            <a:spLocks noGrp="1"/>
          </p:cNvSpPr>
          <p:nvPr>
            <p:ph type="sldNum" sz="quarter" idx="21"/>
          </p:nvPr>
        </p:nvSpPr>
        <p:spPr>
          <a:xfrm>
            <a:off x="11493500" y="6292334"/>
            <a:ext cx="412750" cy="182880"/>
          </a:xfrm>
        </p:spPr>
        <p:txBody>
          <a:bodyPr/>
          <a:lstStyle/>
          <a:p>
            <a:fld id="{7782931A-7D25-4B4B-9464-57AE418934A3}" type="slidenum">
              <a:rPr lang="en-US" smtClean="0"/>
              <a:pPr/>
              <a:t>4</a:t>
            </a:fld>
            <a:endParaRPr lang="en-US"/>
          </a:p>
        </p:txBody>
      </p:sp>
      <p:sp>
        <p:nvSpPr>
          <p:cNvPr id="11" name="Date Placeholder 5">
            <a:extLst>
              <a:ext uri="{FF2B5EF4-FFF2-40B4-BE49-F238E27FC236}">
                <a16:creationId xmlns:a16="http://schemas.microsoft.com/office/drawing/2014/main" id="{B62749D6-BD44-4041-9930-E5BC7A704D46}"/>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12" name="Text Placeholder 11">
            <a:extLst>
              <a:ext uri="{FF2B5EF4-FFF2-40B4-BE49-F238E27FC236}">
                <a16:creationId xmlns:a16="http://schemas.microsoft.com/office/drawing/2014/main" id="{D3C9A876-F6F9-68A4-79D8-F7BE3F6BBF8F}"/>
              </a:ext>
            </a:extLst>
          </p:cNvPr>
          <p:cNvSpPr>
            <a:spLocks noGrp="1"/>
          </p:cNvSpPr>
          <p:nvPr>
            <p:ph type="body" sz="quarter" idx="17"/>
          </p:nvPr>
        </p:nvSpPr>
        <p:spPr/>
        <p:txBody>
          <a:bodyPr/>
          <a:lstStyle/>
          <a:p>
            <a:r>
              <a:rPr lang="en-US" dirty="0"/>
              <a:t> </a:t>
            </a:r>
          </a:p>
          <a:p>
            <a:endParaRPr lang="en-US" dirty="0"/>
          </a:p>
        </p:txBody>
      </p:sp>
    </p:spTree>
    <p:extLst>
      <p:ext uri="{BB962C8B-B14F-4D97-AF65-F5344CB8AC3E}">
        <p14:creationId xmlns:p14="http://schemas.microsoft.com/office/powerpoint/2010/main" val="244918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1B00-2D81-3048-8AFF-1F5A3E8AA687}"/>
              </a:ext>
            </a:extLst>
          </p:cNvPr>
          <p:cNvSpPr>
            <a:spLocks noGrp="1"/>
          </p:cNvSpPr>
          <p:nvPr>
            <p:ph type="title"/>
          </p:nvPr>
        </p:nvSpPr>
        <p:spPr>
          <a:xfrm>
            <a:off x="1028700" y="999068"/>
            <a:ext cx="7810500" cy="645284"/>
          </a:xfrm>
        </p:spPr>
        <p:txBody>
          <a:bodyPr/>
          <a:lstStyle/>
          <a:p>
            <a:r>
              <a:rPr lang="en-US" dirty="0"/>
              <a:t>The pipeline</a:t>
            </a:r>
          </a:p>
        </p:txBody>
      </p:sp>
      <p:sp>
        <p:nvSpPr>
          <p:cNvPr id="3" name="Text Placeholder 2">
            <a:extLst>
              <a:ext uri="{FF2B5EF4-FFF2-40B4-BE49-F238E27FC236}">
                <a16:creationId xmlns:a16="http://schemas.microsoft.com/office/drawing/2014/main" id="{CDA9E950-ECF8-DB4D-B92A-ADA2E6031E26}"/>
              </a:ext>
            </a:extLst>
          </p:cNvPr>
          <p:cNvSpPr>
            <a:spLocks noGrp="1"/>
          </p:cNvSpPr>
          <p:nvPr>
            <p:ph type="body" sz="quarter" idx="17"/>
          </p:nvPr>
        </p:nvSpPr>
        <p:spPr>
          <a:xfrm>
            <a:off x="933504" y="2435660"/>
            <a:ext cx="2286000" cy="911029"/>
          </a:xfrm>
        </p:spPr>
        <p:txBody>
          <a:bodyPr/>
          <a:lstStyle/>
          <a:p>
            <a:r>
              <a:rPr lang="en-US" dirty="0"/>
              <a:t>The Problem</a:t>
            </a:r>
          </a:p>
          <a:p>
            <a:endParaRPr lang="en-US" b="0" dirty="0"/>
          </a:p>
        </p:txBody>
      </p:sp>
      <p:sp>
        <p:nvSpPr>
          <p:cNvPr id="18" name="Text Placeholder 17">
            <a:extLst>
              <a:ext uri="{FF2B5EF4-FFF2-40B4-BE49-F238E27FC236}">
                <a16:creationId xmlns:a16="http://schemas.microsoft.com/office/drawing/2014/main" id="{7C4F8DA7-E886-004E-BF5C-57F758638C48}"/>
              </a:ext>
            </a:extLst>
          </p:cNvPr>
          <p:cNvSpPr>
            <a:spLocks noGrp="1"/>
          </p:cNvSpPr>
          <p:nvPr>
            <p:ph type="body" sz="quarter" idx="25"/>
          </p:nvPr>
        </p:nvSpPr>
        <p:spPr>
          <a:xfrm>
            <a:off x="941616" y="3164635"/>
            <a:ext cx="2286000" cy="2466975"/>
          </a:xfrm>
        </p:spPr>
        <p:txBody>
          <a:bodyPr/>
          <a:lstStyle/>
          <a:p>
            <a:r>
              <a:rPr lang="en-US" dirty="0"/>
              <a:t>Decode </a:t>
            </a:r>
            <a:r>
              <a:rPr lang="en-US" b="1" dirty="0"/>
              <a:t>variable-length neural time series</a:t>
            </a:r>
            <a:r>
              <a:rPr lang="en-US" dirty="0"/>
              <a:t> from </a:t>
            </a:r>
            <a:r>
              <a:rPr lang="en-US" b="1" dirty="0"/>
              <a:t>256 microelectrodes</a:t>
            </a:r>
            <a:r>
              <a:rPr lang="en-US" dirty="0"/>
              <a:t> into natural language text</a:t>
            </a:r>
          </a:p>
          <a:p>
            <a:r>
              <a:rPr lang="en-US" b="1" dirty="0"/>
              <a:t>Input: </a:t>
            </a:r>
            <a:r>
              <a:rPr lang="en-US" dirty="0"/>
              <a:t>High-dimensional spiking activity (512-dim features per time bin)</a:t>
            </a:r>
          </a:p>
          <a:p>
            <a:r>
              <a:rPr lang="en-US" b="1" dirty="0"/>
              <a:t>Output: </a:t>
            </a:r>
            <a:r>
              <a:rPr lang="en-US" dirty="0"/>
              <a:t>Transcribed speech (sentences/words)</a:t>
            </a:r>
          </a:p>
        </p:txBody>
      </p:sp>
      <p:sp>
        <p:nvSpPr>
          <p:cNvPr id="9" name="Text Placeholder 8">
            <a:extLst>
              <a:ext uri="{FF2B5EF4-FFF2-40B4-BE49-F238E27FC236}">
                <a16:creationId xmlns:a16="http://schemas.microsoft.com/office/drawing/2014/main" id="{ED8B5779-5EE4-C240-81CC-9E79ABAC8D00}"/>
              </a:ext>
            </a:extLst>
          </p:cNvPr>
          <p:cNvSpPr>
            <a:spLocks noGrp="1"/>
          </p:cNvSpPr>
          <p:nvPr>
            <p:ph type="body" sz="quarter" idx="23"/>
          </p:nvPr>
        </p:nvSpPr>
        <p:spPr>
          <a:xfrm>
            <a:off x="3574144" y="2435660"/>
            <a:ext cx="2286000" cy="911029"/>
          </a:xfrm>
        </p:spPr>
        <p:txBody>
          <a:bodyPr/>
          <a:lstStyle/>
          <a:p>
            <a:r>
              <a:rPr lang="en-US" dirty="0"/>
              <a:t>The difficulty </a:t>
            </a:r>
          </a:p>
          <a:p>
            <a:endParaRPr lang="en-US" b="0" dirty="0"/>
          </a:p>
        </p:txBody>
      </p:sp>
      <p:sp>
        <p:nvSpPr>
          <p:cNvPr id="12" name="Text Placeholder 11">
            <a:extLst>
              <a:ext uri="{FF2B5EF4-FFF2-40B4-BE49-F238E27FC236}">
                <a16:creationId xmlns:a16="http://schemas.microsoft.com/office/drawing/2014/main" id="{216523D7-988A-FE42-971D-2667A6578F6F}"/>
              </a:ext>
            </a:extLst>
          </p:cNvPr>
          <p:cNvSpPr>
            <a:spLocks noGrp="1"/>
          </p:cNvSpPr>
          <p:nvPr>
            <p:ph type="body" sz="quarter" idx="24"/>
          </p:nvPr>
        </p:nvSpPr>
        <p:spPr>
          <a:xfrm>
            <a:off x="3523046" y="3161405"/>
            <a:ext cx="2302223" cy="2466537"/>
          </a:xfrm>
        </p:spPr>
        <p:txBody>
          <a:bodyPr/>
          <a:lstStyle/>
          <a:p>
            <a:r>
              <a:rPr lang="en-US" b="1" dirty="0"/>
              <a:t>No ground-truth alignment</a:t>
            </a:r>
            <a:r>
              <a:rPr lang="en-US" dirty="0"/>
              <a:t> between neural signals and text (CTC-style problem)</a:t>
            </a:r>
          </a:p>
          <a:p>
            <a:r>
              <a:rPr lang="en-US" dirty="0"/>
              <a:t>Neural data is </a:t>
            </a:r>
            <a:r>
              <a:rPr lang="en-US" b="1" dirty="0"/>
              <a:t>noisy and non-stationary. </a:t>
            </a:r>
            <a:r>
              <a:rPr lang="en-US" dirty="0"/>
              <a:t>Model must </a:t>
            </a:r>
            <a:r>
              <a:rPr lang="en-US" b="1" dirty="0"/>
              <a:t>generalize</a:t>
            </a:r>
            <a:r>
              <a:rPr lang="en-US" dirty="0"/>
              <a:t> across different speech types without manual intervention</a:t>
            </a:r>
          </a:p>
        </p:txBody>
      </p:sp>
      <p:sp>
        <p:nvSpPr>
          <p:cNvPr id="6" name="Footer Placeholder 5">
            <a:extLst>
              <a:ext uri="{FF2B5EF4-FFF2-40B4-BE49-F238E27FC236}">
                <a16:creationId xmlns:a16="http://schemas.microsoft.com/office/drawing/2014/main" id="{3073D890-4D0C-440B-A0D2-FE2E3B14F6BF}"/>
              </a:ext>
            </a:extLst>
          </p:cNvPr>
          <p:cNvSpPr>
            <a:spLocks noGrp="1"/>
          </p:cNvSpPr>
          <p:nvPr>
            <p:ph type="ftr" sz="quarter" idx="27"/>
          </p:nvPr>
        </p:nvSpPr>
        <p:spPr>
          <a:xfrm>
            <a:off x="8298180" y="6294120"/>
            <a:ext cx="1462788" cy="182880"/>
          </a:xfrm>
        </p:spPr>
        <p:txBody>
          <a:bodyPr/>
          <a:lstStyle/>
          <a:p>
            <a:r>
              <a:rPr lang="en-US" dirty="0"/>
              <a:t>Decoding Silent Speech</a:t>
            </a:r>
          </a:p>
        </p:txBody>
      </p:sp>
      <p:sp>
        <p:nvSpPr>
          <p:cNvPr id="8" name="Slide Number Placeholder 7">
            <a:extLst>
              <a:ext uri="{FF2B5EF4-FFF2-40B4-BE49-F238E27FC236}">
                <a16:creationId xmlns:a16="http://schemas.microsoft.com/office/drawing/2014/main" id="{449A274E-39AC-4802-84BB-E5ABF0747E74}"/>
              </a:ext>
            </a:extLst>
          </p:cNvPr>
          <p:cNvSpPr>
            <a:spLocks noGrp="1"/>
          </p:cNvSpPr>
          <p:nvPr>
            <p:ph type="sldNum" sz="quarter" idx="28"/>
          </p:nvPr>
        </p:nvSpPr>
        <p:spPr>
          <a:xfrm>
            <a:off x="11493500" y="6292334"/>
            <a:ext cx="412750" cy="182880"/>
          </a:xfrm>
        </p:spPr>
        <p:txBody>
          <a:bodyPr/>
          <a:lstStyle/>
          <a:p>
            <a:fld id="{7782931A-7D25-4B4B-9464-57AE418934A3}" type="slidenum">
              <a:rPr lang="en-US" smtClean="0"/>
              <a:pPr/>
              <a:t>5</a:t>
            </a:fld>
            <a:endParaRPr lang="en-US"/>
          </a:p>
        </p:txBody>
      </p:sp>
      <p:sp>
        <p:nvSpPr>
          <p:cNvPr id="10" name="Date Placeholder 5">
            <a:extLst>
              <a:ext uri="{FF2B5EF4-FFF2-40B4-BE49-F238E27FC236}">
                <a16:creationId xmlns:a16="http://schemas.microsoft.com/office/drawing/2014/main" id="{8425D861-ABCF-4EB9-BEE1-E4505944AACD}"/>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11" name="Text Placeholder 10">
            <a:extLst>
              <a:ext uri="{FF2B5EF4-FFF2-40B4-BE49-F238E27FC236}">
                <a16:creationId xmlns:a16="http://schemas.microsoft.com/office/drawing/2014/main" id="{B2E3BAC8-DDAD-0C63-13DB-40B78EBB9689}"/>
              </a:ext>
            </a:extLst>
          </p:cNvPr>
          <p:cNvSpPr>
            <a:spLocks noGrp="1"/>
          </p:cNvSpPr>
          <p:nvPr>
            <p:ph type="body" sz="quarter" idx="21"/>
          </p:nvPr>
        </p:nvSpPr>
        <p:spPr>
          <a:xfrm>
            <a:off x="8796214" y="2295106"/>
            <a:ext cx="2286000" cy="911029"/>
          </a:xfrm>
        </p:spPr>
        <p:txBody>
          <a:bodyPr/>
          <a:lstStyle/>
          <a:p>
            <a:r>
              <a:rPr lang="en-US" dirty="0"/>
              <a:t> </a:t>
            </a:r>
          </a:p>
        </p:txBody>
      </p:sp>
      <p:sp>
        <p:nvSpPr>
          <p:cNvPr id="15" name="Text Placeholder 14">
            <a:extLst>
              <a:ext uri="{FF2B5EF4-FFF2-40B4-BE49-F238E27FC236}">
                <a16:creationId xmlns:a16="http://schemas.microsoft.com/office/drawing/2014/main" id="{BC9909BB-1601-A5A3-A02E-6528CAE959D9}"/>
              </a:ext>
            </a:extLst>
          </p:cNvPr>
          <p:cNvSpPr>
            <a:spLocks noGrp="1"/>
          </p:cNvSpPr>
          <p:nvPr>
            <p:ph type="body" sz="quarter" idx="22"/>
          </p:nvPr>
        </p:nvSpPr>
        <p:spPr/>
        <p:txBody>
          <a:bodyPr/>
          <a:lstStyle/>
          <a:p>
            <a:r>
              <a:rPr lang="en-US" dirty="0"/>
              <a:t> </a:t>
            </a:r>
          </a:p>
        </p:txBody>
      </p:sp>
      <p:sp>
        <p:nvSpPr>
          <p:cNvPr id="19" name="Text Placeholder 18">
            <a:extLst>
              <a:ext uri="{FF2B5EF4-FFF2-40B4-BE49-F238E27FC236}">
                <a16:creationId xmlns:a16="http://schemas.microsoft.com/office/drawing/2014/main" id="{CD0900AE-C639-9889-1D2E-026B5B0D5977}"/>
              </a:ext>
            </a:extLst>
          </p:cNvPr>
          <p:cNvSpPr>
            <a:spLocks noGrp="1"/>
          </p:cNvSpPr>
          <p:nvPr>
            <p:ph type="body" sz="quarter" idx="20"/>
          </p:nvPr>
        </p:nvSpPr>
        <p:spPr/>
        <p:txBody>
          <a:bodyPr/>
          <a:lstStyle/>
          <a:p>
            <a:r>
              <a:rPr lang="en-US" dirty="0"/>
              <a:t> </a:t>
            </a:r>
          </a:p>
        </p:txBody>
      </p:sp>
      <p:sp>
        <p:nvSpPr>
          <p:cNvPr id="21" name="Text Placeholder 20">
            <a:extLst>
              <a:ext uri="{FF2B5EF4-FFF2-40B4-BE49-F238E27FC236}">
                <a16:creationId xmlns:a16="http://schemas.microsoft.com/office/drawing/2014/main" id="{4C6DCD6D-4589-F9E2-0F95-BBCB11F42B45}"/>
              </a:ext>
            </a:extLst>
          </p:cNvPr>
          <p:cNvSpPr>
            <a:spLocks noGrp="1"/>
          </p:cNvSpPr>
          <p:nvPr>
            <p:ph type="body" sz="quarter" idx="19"/>
          </p:nvPr>
        </p:nvSpPr>
        <p:spPr/>
        <p:txBody>
          <a:bodyPr/>
          <a:lstStyle/>
          <a:p>
            <a:r>
              <a:rPr lang="en-US" dirty="0"/>
              <a:t> </a:t>
            </a:r>
          </a:p>
        </p:txBody>
      </p:sp>
      <p:graphicFrame>
        <p:nvGraphicFramePr>
          <p:cNvPr id="24" name="Table 23">
            <a:extLst>
              <a:ext uri="{FF2B5EF4-FFF2-40B4-BE49-F238E27FC236}">
                <a16:creationId xmlns:a16="http://schemas.microsoft.com/office/drawing/2014/main" id="{FED6F9B9-5BCB-B46F-AAC3-9FB12B8B98E4}"/>
              </a:ext>
            </a:extLst>
          </p:cNvPr>
          <p:cNvGraphicFramePr>
            <a:graphicFrameLocks noGrp="1"/>
          </p:cNvGraphicFramePr>
          <p:nvPr>
            <p:extLst>
              <p:ext uri="{D42A27DB-BD31-4B8C-83A1-F6EECF244321}">
                <p14:modId xmlns:p14="http://schemas.microsoft.com/office/powerpoint/2010/main" val="3303469458"/>
              </p:ext>
            </p:extLst>
          </p:nvPr>
        </p:nvGraphicFramePr>
        <p:xfrm>
          <a:off x="6120700" y="2297115"/>
          <a:ext cx="4961514" cy="3746942"/>
        </p:xfrm>
        <a:graphic>
          <a:graphicData uri="http://schemas.openxmlformats.org/drawingml/2006/table">
            <a:tbl>
              <a:tblPr/>
              <a:tblGrid>
                <a:gridCol w="2480757">
                  <a:extLst>
                    <a:ext uri="{9D8B030D-6E8A-4147-A177-3AD203B41FA5}">
                      <a16:colId xmlns:a16="http://schemas.microsoft.com/office/drawing/2014/main" val="2302809143"/>
                    </a:ext>
                  </a:extLst>
                </a:gridCol>
                <a:gridCol w="2480757">
                  <a:extLst>
                    <a:ext uri="{9D8B030D-6E8A-4147-A177-3AD203B41FA5}">
                      <a16:colId xmlns:a16="http://schemas.microsoft.com/office/drawing/2014/main" val="2210558411"/>
                    </a:ext>
                  </a:extLst>
                </a:gridCol>
              </a:tblGrid>
              <a:tr h="413312">
                <a:tc>
                  <a:txBody>
                    <a:bodyPr/>
                    <a:lstStyle/>
                    <a:p>
                      <a:pPr algn="l" fontAlgn="b">
                        <a:buNone/>
                      </a:pPr>
                      <a:r>
                        <a:rPr lang="en-US" sz="1400" b="1" dirty="0">
                          <a:solidFill>
                            <a:schemeClr val="bg1"/>
                          </a:solidFill>
                          <a:effectLst/>
                          <a:latin typeface="+mn-lt"/>
                        </a:rPr>
                        <a:t>Technique</a:t>
                      </a:r>
                    </a:p>
                  </a:txBody>
                  <a:tcPr marL="48348" marR="48348" marT="24174" marB="24174" anchor="b">
                    <a:lnL w="9525" cap="flat" cmpd="sng" algn="ctr">
                      <a:solidFill>
                        <a:srgbClr val="801341"/>
                      </a:solidFill>
                      <a:prstDash val="solid"/>
                      <a:round/>
                      <a:headEnd type="none" w="med" len="med"/>
                      <a:tailEnd type="none" w="med" len="med"/>
                    </a:lnL>
                    <a:lnR w="9525" cap="flat" cmpd="sng" algn="ctr">
                      <a:solidFill>
                        <a:srgbClr val="B03A28"/>
                      </a:solidFill>
                      <a:prstDash val="solid"/>
                      <a:round/>
                      <a:headEnd type="none" w="med" len="med"/>
                      <a:tailEnd type="none" w="med" len="med"/>
                    </a:lnR>
                    <a:lnT w="9525" cap="flat" cmpd="sng" algn="ctr">
                      <a:solidFill>
                        <a:srgbClr val="801341"/>
                      </a:solidFill>
                      <a:prstDash val="solid"/>
                      <a:round/>
                      <a:headEnd type="none" w="med" len="med"/>
                      <a:tailEnd type="none" w="med" len="med"/>
                    </a:lnT>
                    <a:lnB w="9525" cap="flat" cmpd="sng" algn="ctr">
                      <a:solidFill>
                        <a:srgbClr val="801341"/>
                      </a:solidFill>
                      <a:prstDash val="solid"/>
                      <a:round/>
                      <a:headEnd type="none" w="med" len="med"/>
                      <a:tailEnd type="none" w="med" len="med"/>
                    </a:lnB>
                    <a:noFill/>
                  </a:tcPr>
                </a:tc>
                <a:tc>
                  <a:txBody>
                    <a:bodyPr/>
                    <a:lstStyle/>
                    <a:p>
                      <a:pPr algn="l" fontAlgn="b">
                        <a:buNone/>
                      </a:pPr>
                      <a:r>
                        <a:rPr lang="en-US" sz="1400" b="1" dirty="0">
                          <a:solidFill>
                            <a:schemeClr val="bg1"/>
                          </a:solidFill>
                          <a:effectLst/>
                          <a:latin typeface="+mn-lt"/>
                        </a:rPr>
                        <a:t>Our Implementation</a:t>
                      </a:r>
                    </a:p>
                  </a:txBody>
                  <a:tcPr marL="48348" marR="48348" marT="24174" marB="24174" anchor="b">
                    <a:lnL w="9525" cap="flat" cmpd="sng" algn="ctr">
                      <a:solidFill>
                        <a:srgbClr val="B03A28"/>
                      </a:solidFill>
                      <a:prstDash val="solid"/>
                      <a:round/>
                      <a:headEnd type="none" w="med" len="med"/>
                      <a:tailEnd type="none" w="med" len="med"/>
                    </a:lnL>
                    <a:lnR w="9525" cap="flat" cmpd="sng" algn="ctr">
                      <a:solidFill>
                        <a:srgbClr val="B03A28"/>
                      </a:solidFill>
                      <a:prstDash val="solid"/>
                      <a:round/>
                      <a:headEnd type="none" w="med" len="med"/>
                      <a:tailEnd type="none" w="med" len="med"/>
                    </a:lnR>
                    <a:lnT w="9525" cap="flat" cmpd="sng" algn="ctr">
                      <a:solidFill>
                        <a:srgbClr val="B03A28"/>
                      </a:solidFill>
                      <a:prstDash val="solid"/>
                      <a:round/>
                      <a:headEnd type="none" w="med" len="med"/>
                      <a:tailEnd type="none" w="med" len="med"/>
                    </a:lnT>
                    <a:lnB w="9525" cap="flat" cmpd="sng" algn="ctr">
                      <a:solidFill>
                        <a:srgbClr val="303341"/>
                      </a:solidFill>
                      <a:prstDash val="solid"/>
                      <a:round/>
                      <a:headEnd type="none" w="med" len="med"/>
                      <a:tailEnd type="none" w="med" len="med"/>
                    </a:lnB>
                    <a:noFill/>
                  </a:tcPr>
                </a:tc>
                <a:extLst>
                  <a:ext uri="{0D108BD9-81ED-4DB2-BD59-A6C34878D82A}">
                    <a16:rowId xmlns:a16="http://schemas.microsoft.com/office/drawing/2014/main" val="4140918513"/>
                  </a:ext>
                </a:extLst>
              </a:tr>
              <a:tr h="661299">
                <a:tc>
                  <a:txBody>
                    <a:bodyPr/>
                    <a:lstStyle/>
                    <a:p>
                      <a:pPr algn="l" fontAlgn="base">
                        <a:buNone/>
                      </a:pPr>
                      <a:r>
                        <a:rPr lang="en-US" sz="1400" b="1" dirty="0">
                          <a:solidFill>
                            <a:schemeClr val="bg1"/>
                          </a:solidFill>
                          <a:effectLst/>
                          <a:latin typeface="+mn-lt"/>
                        </a:rPr>
                        <a:t>Gaussian Smoothing</a:t>
                      </a:r>
                      <a:endParaRPr lang="en-US" sz="1400" dirty="0">
                        <a:solidFill>
                          <a:schemeClr val="bg1"/>
                        </a:solidFill>
                        <a:effectLst/>
                        <a:latin typeface="+mn-lt"/>
                      </a:endParaRPr>
                    </a:p>
                  </a:txBody>
                  <a:tcPr marL="48348" marR="48348" marT="24174" marB="24174" anchor="ctr">
                    <a:lnL w="9525" cap="flat" cmpd="sng" algn="ctr">
                      <a:solidFill>
                        <a:srgbClr val="801341"/>
                      </a:solidFill>
                      <a:prstDash val="solid"/>
                      <a:round/>
                      <a:headEnd type="none" w="med" len="med"/>
                      <a:tailEnd type="none" w="med" len="med"/>
                    </a:lnL>
                    <a:lnR w="9525" cap="flat" cmpd="sng" algn="ctr">
                      <a:solidFill>
                        <a:srgbClr val="303341"/>
                      </a:solidFill>
                      <a:prstDash val="solid"/>
                      <a:round/>
                      <a:headEnd type="none" w="med" len="med"/>
                      <a:tailEnd type="none" w="med" len="med"/>
                    </a:lnR>
                    <a:lnT w="9525" cap="flat" cmpd="sng" algn="ctr">
                      <a:solidFill>
                        <a:srgbClr val="801341"/>
                      </a:solidFill>
                      <a:prstDash val="solid"/>
                      <a:round/>
                      <a:headEnd type="none" w="med" len="med"/>
                      <a:tailEnd type="none" w="med" len="med"/>
                    </a:lnT>
                    <a:lnB w="9525" cap="flat" cmpd="sng" algn="ctr">
                      <a:solidFill>
                        <a:srgbClr val="301B41"/>
                      </a:solidFill>
                      <a:prstDash val="solid"/>
                      <a:round/>
                      <a:headEnd type="none" w="med" len="med"/>
                      <a:tailEnd type="none" w="med" len="med"/>
                    </a:lnB>
                    <a:noFill/>
                  </a:tcPr>
                </a:tc>
                <a:tc>
                  <a:txBody>
                    <a:bodyPr/>
                    <a:lstStyle/>
                    <a:p>
                      <a:pPr algn="l" fontAlgn="base">
                        <a:buNone/>
                      </a:pPr>
                      <a:r>
                        <a:rPr lang="el-GR" sz="1400" b="0">
                          <a:solidFill>
                            <a:schemeClr val="bg1"/>
                          </a:solidFill>
                          <a:effectLst/>
                          <a:latin typeface="+mn-lt"/>
                        </a:rPr>
                        <a:t>σ = 30</a:t>
                      </a:r>
                      <a:r>
                        <a:rPr lang="en-US" sz="1400" b="0">
                          <a:solidFill>
                            <a:schemeClr val="bg1"/>
                          </a:solidFill>
                          <a:effectLst/>
                          <a:latin typeface="+mn-lt"/>
                        </a:rPr>
                        <a:t>ms</a:t>
                      </a:r>
                    </a:p>
                    <a:p>
                      <a:pPr algn="l" fontAlgn="base">
                        <a:buNone/>
                      </a:pPr>
                      <a:r>
                        <a:rPr lang="en-US" sz="1400">
                          <a:solidFill>
                            <a:schemeClr val="bg1"/>
                          </a:solidFill>
                          <a:effectLst/>
                          <a:latin typeface="+mn-lt"/>
                        </a:rPr>
                        <a:t> temporal smoothing (reduces spike jitter)</a:t>
                      </a:r>
                    </a:p>
                  </a:txBody>
                  <a:tcPr marL="48348" marR="48348" marT="24174" marB="24174" anchor="ctr">
                    <a:lnL w="9525" cap="flat" cmpd="sng" algn="ctr">
                      <a:solidFill>
                        <a:srgbClr val="303341"/>
                      </a:solidFill>
                      <a:prstDash val="solid"/>
                      <a:round/>
                      <a:headEnd type="none" w="med" len="med"/>
                      <a:tailEnd type="none" w="med" len="med"/>
                    </a:lnL>
                    <a:lnR w="9525" cap="flat" cmpd="sng" algn="ctr">
                      <a:solidFill>
                        <a:srgbClr val="303341"/>
                      </a:solidFill>
                      <a:prstDash val="solid"/>
                      <a:round/>
                      <a:headEnd type="none" w="med" len="med"/>
                      <a:tailEnd type="none" w="med" len="med"/>
                    </a:lnR>
                    <a:lnT w="9525" cap="flat" cmpd="sng" algn="ctr">
                      <a:solidFill>
                        <a:srgbClr val="303341"/>
                      </a:solidFill>
                      <a:prstDash val="solid"/>
                      <a:round/>
                      <a:headEnd type="none" w="med" len="med"/>
                      <a:tailEnd type="none" w="med" len="med"/>
                    </a:lnT>
                    <a:lnB w="9525" cap="flat" cmpd="sng" algn="ctr">
                      <a:solidFill>
                        <a:srgbClr val="801341"/>
                      </a:solidFill>
                      <a:prstDash val="solid"/>
                      <a:round/>
                      <a:headEnd type="none" w="med" len="med"/>
                      <a:tailEnd type="none" w="med" len="med"/>
                    </a:lnB>
                    <a:noFill/>
                  </a:tcPr>
                </a:tc>
                <a:extLst>
                  <a:ext uri="{0D108BD9-81ED-4DB2-BD59-A6C34878D82A}">
                    <a16:rowId xmlns:a16="http://schemas.microsoft.com/office/drawing/2014/main" val="3405218197"/>
                  </a:ext>
                </a:extLst>
              </a:tr>
              <a:tr h="537307">
                <a:tc>
                  <a:txBody>
                    <a:bodyPr/>
                    <a:lstStyle/>
                    <a:p>
                      <a:pPr algn="l" fontAlgn="base">
                        <a:buNone/>
                      </a:pPr>
                      <a:r>
                        <a:rPr lang="en-US" sz="1400" b="1">
                          <a:solidFill>
                            <a:schemeClr val="bg1"/>
                          </a:solidFill>
                          <a:effectLst/>
                          <a:latin typeface="+mn-lt"/>
                        </a:rPr>
                        <a:t>Robust Scaling</a:t>
                      </a:r>
                      <a:endParaRPr lang="en-US" sz="1400">
                        <a:solidFill>
                          <a:schemeClr val="bg1"/>
                        </a:solidFill>
                        <a:effectLst/>
                        <a:latin typeface="+mn-lt"/>
                      </a:endParaRPr>
                    </a:p>
                  </a:txBody>
                  <a:tcPr marL="48348" marR="48348" marT="24174" marB="24174" anchor="ctr">
                    <a:lnL w="9525" cap="flat" cmpd="sng" algn="ctr">
                      <a:solidFill>
                        <a:srgbClr val="301B41"/>
                      </a:solidFill>
                      <a:prstDash val="solid"/>
                      <a:round/>
                      <a:headEnd type="none" w="med" len="med"/>
                      <a:tailEnd type="none" w="med" len="med"/>
                    </a:lnL>
                    <a:lnR w="9525" cap="flat" cmpd="sng" algn="ctr">
                      <a:solidFill>
                        <a:srgbClr val="801341"/>
                      </a:solidFill>
                      <a:prstDash val="solid"/>
                      <a:round/>
                      <a:headEnd type="none" w="med" len="med"/>
                      <a:tailEnd type="none" w="med" len="med"/>
                    </a:lnR>
                    <a:lnT w="9525" cap="flat" cmpd="sng" algn="ctr">
                      <a:solidFill>
                        <a:srgbClr val="301B41"/>
                      </a:solidFill>
                      <a:prstDash val="solid"/>
                      <a:round/>
                      <a:headEnd type="none" w="med" len="med"/>
                      <a:tailEnd type="none" w="med" len="med"/>
                    </a:lnT>
                    <a:lnB w="9525" cap="flat" cmpd="sng" algn="ctr">
                      <a:solidFill>
                        <a:srgbClr val="303341"/>
                      </a:solidFill>
                      <a:prstDash val="solid"/>
                      <a:round/>
                      <a:headEnd type="none" w="med" len="med"/>
                      <a:tailEnd type="none" w="med" len="med"/>
                    </a:lnB>
                    <a:noFill/>
                  </a:tcPr>
                </a:tc>
                <a:tc>
                  <a:txBody>
                    <a:bodyPr/>
                    <a:lstStyle/>
                    <a:p>
                      <a:pPr algn="l" fontAlgn="base">
                        <a:buNone/>
                      </a:pPr>
                      <a:r>
                        <a:rPr lang="en-US" sz="1400">
                          <a:solidFill>
                            <a:schemeClr val="bg1"/>
                          </a:solidFill>
                          <a:effectLst/>
                          <a:latin typeface="+mn-lt"/>
                        </a:rPr>
                        <a:t>Median/IQR normalization (handles outliers)</a:t>
                      </a:r>
                    </a:p>
                  </a:txBody>
                  <a:tcPr marL="48348" marR="48348" marT="24174" marB="24174" anchor="ctr">
                    <a:lnL w="9525" cap="flat" cmpd="sng" algn="ctr">
                      <a:solidFill>
                        <a:srgbClr val="801341"/>
                      </a:solidFill>
                      <a:prstDash val="solid"/>
                      <a:round/>
                      <a:headEnd type="none" w="med" len="med"/>
                      <a:tailEnd type="none" w="med" len="med"/>
                    </a:lnL>
                    <a:lnR w="9525" cap="flat" cmpd="sng" algn="ctr">
                      <a:solidFill>
                        <a:srgbClr val="801341"/>
                      </a:solidFill>
                      <a:prstDash val="solid"/>
                      <a:round/>
                      <a:headEnd type="none" w="med" len="med"/>
                      <a:tailEnd type="none" w="med" len="med"/>
                    </a:lnR>
                    <a:lnT w="9525" cap="flat" cmpd="sng" algn="ctr">
                      <a:solidFill>
                        <a:srgbClr val="801341"/>
                      </a:solidFill>
                      <a:prstDash val="solid"/>
                      <a:round/>
                      <a:headEnd type="none" w="med" len="med"/>
                      <a:tailEnd type="none" w="med" len="med"/>
                    </a:lnT>
                    <a:lnB w="9525" cap="flat" cmpd="sng" algn="ctr">
                      <a:solidFill>
                        <a:srgbClr val="B00A41"/>
                      </a:solidFill>
                      <a:prstDash val="solid"/>
                      <a:round/>
                      <a:headEnd type="none" w="med" len="med"/>
                      <a:tailEnd type="none" w="med" len="med"/>
                    </a:lnB>
                    <a:noFill/>
                  </a:tcPr>
                </a:tc>
                <a:extLst>
                  <a:ext uri="{0D108BD9-81ED-4DB2-BD59-A6C34878D82A}">
                    <a16:rowId xmlns:a16="http://schemas.microsoft.com/office/drawing/2014/main" val="2667618891"/>
                  </a:ext>
                </a:extLst>
              </a:tr>
              <a:tr h="537307">
                <a:tc>
                  <a:txBody>
                    <a:bodyPr/>
                    <a:lstStyle/>
                    <a:p>
                      <a:pPr algn="l" fontAlgn="base">
                        <a:buNone/>
                      </a:pPr>
                      <a:r>
                        <a:rPr lang="en-US" sz="1400" b="1" dirty="0">
                          <a:solidFill>
                            <a:schemeClr val="bg1"/>
                          </a:solidFill>
                          <a:effectLst/>
                          <a:latin typeface="+mn-lt"/>
                        </a:rPr>
                        <a:t>Temporal Masking</a:t>
                      </a:r>
                      <a:endParaRPr lang="en-US" sz="1400" dirty="0">
                        <a:solidFill>
                          <a:schemeClr val="bg1"/>
                        </a:solidFill>
                        <a:effectLst/>
                        <a:latin typeface="+mn-lt"/>
                      </a:endParaRPr>
                    </a:p>
                  </a:txBody>
                  <a:tcPr marL="48348" marR="48348" marT="24174" marB="24174" anchor="ctr">
                    <a:lnL w="9525" cap="flat" cmpd="sng" algn="ctr">
                      <a:solidFill>
                        <a:srgbClr val="303341"/>
                      </a:solidFill>
                      <a:prstDash val="solid"/>
                      <a:round/>
                      <a:headEnd type="none" w="med" len="med"/>
                      <a:tailEnd type="none" w="med" len="med"/>
                    </a:lnL>
                    <a:lnR w="9525" cap="flat" cmpd="sng" algn="ctr">
                      <a:solidFill>
                        <a:srgbClr val="B00A41"/>
                      </a:solidFill>
                      <a:prstDash val="solid"/>
                      <a:round/>
                      <a:headEnd type="none" w="med" len="med"/>
                      <a:tailEnd type="none" w="med" len="med"/>
                    </a:lnR>
                    <a:lnT w="9525" cap="flat" cmpd="sng" algn="ctr">
                      <a:solidFill>
                        <a:srgbClr val="303341"/>
                      </a:solidFill>
                      <a:prstDash val="solid"/>
                      <a:round/>
                      <a:headEnd type="none" w="med" len="med"/>
                      <a:tailEnd type="none" w="med" len="med"/>
                    </a:lnT>
                    <a:lnB w="9525" cap="flat" cmpd="sng" algn="ctr">
                      <a:solidFill>
                        <a:srgbClr val="301B41"/>
                      </a:solidFill>
                      <a:prstDash val="solid"/>
                      <a:round/>
                      <a:headEnd type="none" w="med" len="med"/>
                      <a:tailEnd type="none" w="med" len="med"/>
                    </a:lnB>
                    <a:noFill/>
                  </a:tcPr>
                </a:tc>
                <a:tc>
                  <a:txBody>
                    <a:bodyPr/>
                    <a:lstStyle/>
                    <a:p>
                      <a:pPr algn="l" fontAlgn="base">
                        <a:buNone/>
                      </a:pPr>
                      <a:r>
                        <a:rPr lang="en-US" sz="1400" dirty="0">
                          <a:solidFill>
                            <a:schemeClr val="bg1"/>
                          </a:solidFill>
                          <a:effectLst/>
                          <a:latin typeface="+mn-lt"/>
                        </a:rPr>
                        <a:t>15% of time steps masked (</a:t>
                      </a:r>
                      <a:r>
                        <a:rPr lang="en-US" sz="1400" dirty="0" err="1">
                          <a:solidFill>
                            <a:schemeClr val="bg1"/>
                          </a:solidFill>
                          <a:effectLst/>
                          <a:latin typeface="+mn-lt"/>
                        </a:rPr>
                        <a:t>SpecAugment</a:t>
                      </a:r>
                      <a:r>
                        <a:rPr lang="en-US" sz="1400" dirty="0">
                          <a:solidFill>
                            <a:schemeClr val="bg1"/>
                          </a:solidFill>
                          <a:effectLst/>
                          <a:latin typeface="+mn-lt"/>
                        </a:rPr>
                        <a:t>-style)</a:t>
                      </a:r>
                    </a:p>
                  </a:txBody>
                  <a:tcPr marL="48348" marR="48348" marT="24174" marB="24174" anchor="ctr">
                    <a:lnL w="9525" cap="flat" cmpd="sng" algn="ctr">
                      <a:solidFill>
                        <a:srgbClr val="B00A41"/>
                      </a:solidFill>
                      <a:prstDash val="solid"/>
                      <a:round/>
                      <a:headEnd type="none" w="med" len="med"/>
                      <a:tailEnd type="none" w="med" len="med"/>
                    </a:lnL>
                    <a:lnR w="9525" cap="flat" cmpd="sng" algn="ctr">
                      <a:solidFill>
                        <a:srgbClr val="B00A41"/>
                      </a:solidFill>
                      <a:prstDash val="solid"/>
                      <a:round/>
                      <a:headEnd type="none" w="med" len="med"/>
                      <a:tailEnd type="none" w="med" len="med"/>
                    </a:lnR>
                    <a:lnT w="9525" cap="flat" cmpd="sng" algn="ctr">
                      <a:solidFill>
                        <a:srgbClr val="B00A41"/>
                      </a:solidFill>
                      <a:prstDash val="solid"/>
                      <a:round/>
                      <a:headEnd type="none" w="med" len="med"/>
                      <a:tailEnd type="none" w="med" len="med"/>
                    </a:lnT>
                    <a:lnB w="9525" cap="flat" cmpd="sng" algn="ctr">
                      <a:solidFill>
                        <a:srgbClr val="801341"/>
                      </a:solidFill>
                      <a:prstDash val="solid"/>
                      <a:round/>
                      <a:headEnd type="none" w="med" len="med"/>
                      <a:tailEnd type="none" w="med" len="med"/>
                    </a:lnB>
                    <a:noFill/>
                  </a:tcPr>
                </a:tc>
                <a:extLst>
                  <a:ext uri="{0D108BD9-81ED-4DB2-BD59-A6C34878D82A}">
                    <a16:rowId xmlns:a16="http://schemas.microsoft.com/office/drawing/2014/main" val="3717054708"/>
                  </a:ext>
                </a:extLst>
              </a:tr>
              <a:tr h="785294">
                <a:tc>
                  <a:txBody>
                    <a:bodyPr/>
                    <a:lstStyle/>
                    <a:p>
                      <a:pPr algn="l" fontAlgn="base">
                        <a:buNone/>
                      </a:pPr>
                      <a:r>
                        <a:rPr lang="en-US" sz="1400" b="1">
                          <a:solidFill>
                            <a:schemeClr val="bg1"/>
                          </a:solidFill>
                          <a:effectLst/>
                          <a:latin typeface="+mn-lt"/>
                        </a:rPr>
                        <a:t>Channel Masking</a:t>
                      </a:r>
                      <a:endParaRPr lang="en-US" sz="1400">
                        <a:solidFill>
                          <a:schemeClr val="bg1"/>
                        </a:solidFill>
                        <a:effectLst/>
                        <a:latin typeface="+mn-lt"/>
                      </a:endParaRPr>
                    </a:p>
                  </a:txBody>
                  <a:tcPr marL="48348" marR="48348" marT="24174" marB="24174" anchor="ctr">
                    <a:lnL w="9525" cap="flat" cmpd="sng" algn="ctr">
                      <a:solidFill>
                        <a:srgbClr val="301B41"/>
                      </a:solidFill>
                      <a:prstDash val="solid"/>
                      <a:round/>
                      <a:headEnd type="none" w="med" len="med"/>
                      <a:tailEnd type="none" w="med" len="med"/>
                    </a:lnL>
                    <a:lnR w="9525" cap="flat" cmpd="sng" algn="ctr">
                      <a:solidFill>
                        <a:srgbClr val="801341"/>
                      </a:solidFill>
                      <a:prstDash val="solid"/>
                      <a:round/>
                      <a:headEnd type="none" w="med" len="med"/>
                      <a:tailEnd type="none" w="med" len="med"/>
                    </a:lnR>
                    <a:lnT w="9525" cap="flat" cmpd="sng" algn="ctr">
                      <a:solidFill>
                        <a:srgbClr val="301B41"/>
                      </a:solidFill>
                      <a:prstDash val="solid"/>
                      <a:round/>
                      <a:headEnd type="none" w="med" len="med"/>
                      <a:tailEnd type="none" w="med" len="med"/>
                    </a:lnT>
                    <a:lnB w="9525" cap="flat" cmpd="sng" algn="ctr">
                      <a:solidFill>
                        <a:srgbClr val="303341"/>
                      </a:solidFill>
                      <a:prstDash val="solid"/>
                      <a:round/>
                      <a:headEnd type="none" w="med" len="med"/>
                      <a:tailEnd type="none" w="med" len="med"/>
                    </a:lnB>
                    <a:noFill/>
                  </a:tcPr>
                </a:tc>
                <a:tc>
                  <a:txBody>
                    <a:bodyPr/>
                    <a:lstStyle/>
                    <a:p>
                      <a:pPr algn="l" fontAlgn="base">
                        <a:buNone/>
                      </a:pPr>
                      <a:r>
                        <a:rPr lang="en-US" sz="1400" dirty="0">
                          <a:solidFill>
                            <a:schemeClr val="bg1"/>
                          </a:solidFill>
                          <a:effectLst/>
                          <a:latin typeface="+mn-lt"/>
                        </a:rPr>
                        <a:t>15% of channels masked (prevents over-reliance on single neurons)</a:t>
                      </a:r>
                    </a:p>
                  </a:txBody>
                  <a:tcPr marL="48348" marR="48348" marT="24174" marB="24174" anchor="ctr">
                    <a:lnL w="9525" cap="flat" cmpd="sng" algn="ctr">
                      <a:solidFill>
                        <a:srgbClr val="801341"/>
                      </a:solidFill>
                      <a:prstDash val="solid"/>
                      <a:round/>
                      <a:headEnd type="none" w="med" len="med"/>
                      <a:tailEnd type="none" w="med" len="med"/>
                    </a:lnL>
                    <a:lnR w="9525" cap="flat" cmpd="sng" algn="ctr">
                      <a:solidFill>
                        <a:srgbClr val="801341"/>
                      </a:solidFill>
                      <a:prstDash val="solid"/>
                      <a:round/>
                      <a:headEnd type="none" w="med" len="med"/>
                      <a:tailEnd type="none" w="med" len="med"/>
                    </a:lnR>
                    <a:lnT w="9525" cap="flat" cmpd="sng" algn="ctr">
                      <a:solidFill>
                        <a:srgbClr val="801341"/>
                      </a:solidFill>
                      <a:prstDash val="solid"/>
                      <a:round/>
                      <a:headEnd type="none" w="med" len="med"/>
                      <a:tailEnd type="none" w="med" len="med"/>
                    </a:lnT>
                    <a:lnB w="9525" cap="flat" cmpd="sng" algn="ctr">
                      <a:solidFill>
                        <a:srgbClr val="B00A41"/>
                      </a:solidFill>
                      <a:prstDash val="solid"/>
                      <a:round/>
                      <a:headEnd type="none" w="med" len="med"/>
                      <a:tailEnd type="none" w="med" len="med"/>
                    </a:lnB>
                    <a:noFill/>
                  </a:tcPr>
                </a:tc>
                <a:extLst>
                  <a:ext uri="{0D108BD9-81ED-4DB2-BD59-A6C34878D82A}">
                    <a16:rowId xmlns:a16="http://schemas.microsoft.com/office/drawing/2014/main" val="443680581"/>
                  </a:ext>
                </a:extLst>
              </a:tr>
              <a:tr h="785294">
                <a:tc>
                  <a:txBody>
                    <a:bodyPr/>
                    <a:lstStyle/>
                    <a:p>
                      <a:pPr algn="l" fontAlgn="base">
                        <a:buNone/>
                      </a:pPr>
                      <a:r>
                        <a:rPr lang="en-US" sz="1400" b="1">
                          <a:solidFill>
                            <a:schemeClr val="bg1"/>
                          </a:solidFill>
                          <a:effectLst/>
                          <a:latin typeface="+mn-lt"/>
                        </a:rPr>
                        <a:t>Session Adaptation</a:t>
                      </a:r>
                      <a:endParaRPr lang="en-US" sz="1400">
                        <a:solidFill>
                          <a:schemeClr val="bg1"/>
                        </a:solidFill>
                        <a:effectLst/>
                        <a:latin typeface="+mn-lt"/>
                      </a:endParaRPr>
                    </a:p>
                  </a:txBody>
                  <a:tcPr marL="48348" marR="48348" marT="24174" marB="24174" anchor="ctr">
                    <a:lnL w="9525" cap="flat" cmpd="sng" algn="ctr">
                      <a:solidFill>
                        <a:srgbClr val="303341"/>
                      </a:solidFill>
                      <a:prstDash val="solid"/>
                      <a:round/>
                      <a:headEnd type="none" w="med" len="med"/>
                      <a:tailEnd type="none" w="med" len="med"/>
                    </a:lnL>
                    <a:lnR w="9525" cap="flat" cmpd="sng" algn="ctr">
                      <a:solidFill>
                        <a:srgbClr val="B00A41"/>
                      </a:solidFill>
                      <a:prstDash val="solid"/>
                      <a:round/>
                      <a:headEnd type="none" w="med" len="med"/>
                      <a:tailEnd type="none" w="med" len="med"/>
                    </a:lnR>
                    <a:lnT w="9525" cap="flat" cmpd="sng" algn="ctr">
                      <a:solidFill>
                        <a:srgbClr val="303341"/>
                      </a:solidFill>
                      <a:prstDash val="solid"/>
                      <a:round/>
                      <a:headEnd type="none" w="med" len="med"/>
                      <a:tailEnd type="none" w="med" len="med"/>
                    </a:lnT>
                    <a:lnB w="9525" cap="flat" cmpd="sng" algn="ctr">
                      <a:solidFill>
                        <a:srgbClr val="303341"/>
                      </a:solidFill>
                      <a:prstDash val="solid"/>
                      <a:round/>
                      <a:headEnd type="none" w="med" len="med"/>
                      <a:tailEnd type="none" w="med" len="med"/>
                    </a:lnB>
                    <a:noFill/>
                  </a:tcPr>
                </a:tc>
                <a:tc>
                  <a:txBody>
                    <a:bodyPr/>
                    <a:lstStyle/>
                    <a:p>
                      <a:pPr algn="l" fontAlgn="base">
                        <a:buNone/>
                      </a:pPr>
                      <a:r>
                        <a:rPr lang="en-US" sz="1400" b="0" dirty="0" err="1">
                          <a:solidFill>
                            <a:schemeClr val="bg1"/>
                          </a:solidFill>
                          <a:effectLst/>
                          <a:latin typeface="+mn-lt"/>
                        </a:rPr>
                        <a:t>SubjectAdapter</a:t>
                      </a:r>
                      <a:r>
                        <a:rPr lang="en-US" sz="1400" dirty="0">
                          <a:solidFill>
                            <a:schemeClr val="bg1"/>
                          </a:solidFill>
                          <a:effectLst/>
                          <a:latin typeface="+mn-lt"/>
                        </a:rPr>
                        <a:t> layer with per-session learnable projection matrices</a:t>
                      </a:r>
                    </a:p>
                  </a:txBody>
                  <a:tcPr marL="48348" marR="48348" marT="24174" marB="24174" anchor="ctr">
                    <a:lnL w="9525" cap="flat" cmpd="sng" algn="ctr">
                      <a:solidFill>
                        <a:srgbClr val="B00A41"/>
                      </a:solidFill>
                      <a:prstDash val="solid"/>
                      <a:round/>
                      <a:headEnd type="none" w="med" len="med"/>
                      <a:tailEnd type="none" w="med" len="med"/>
                    </a:lnL>
                    <a:lnR w="9525" cap="flat" cmpd="sng" algn="ctr">
                      <a:solidFill>
                        <a:srgbClr val="B00A41"/>
                      </a:solidFill>
                      <a:prstDash val="solid"/>
                      <a:round/>
                      <a:headEnd type="none" w="med" len="med"/>
                      <a:tailEnd type="none" w="med" len="med"/>
                    </a:lnR>
                    <a:lnT w="9525" cap="flat" cmpd="sng" algn="ctr">
                      <a:solidFill>
                        <a:srgbClr val="B00A41"/>
                      </a:solidFill>
                      <a:prstDash val="solid"/>
                      <a:round/>
                      <a:headEnd type="none" w="med" len="med"/>
                      <a:tailEnd type="none" w="med" len="med"/>
                    </a:lnT>
                    <a:lnB w="9525" cap="flat" cmpd="sng" algn="ctr">
                      <a:solidFill>
                        <a:srgbClr val="B00A41"/>
                      </a:solidFill>
                      <a:prstDash val="solid"/>
                      <a:round/>
                      <a:headEnd type="none" w="med" len="med"/>
                      <a:tailEnd type="none" w="med" len="med"/>
                    </a:lnB>
                    <a:noFill/>
                  </a:tcPr>
                </a:tc>
                <a:extLst>
                  <a:ext uri="{0D108BD9-81ED-4DB2-BD59-A6C34878D82A}">
                    <a16:rowId xmlns:a16="http://schemas.microsoft.com/office/drawing/2014/main" val="1517686734"/>
                  </a:ext>
                </a:extLst>
              </a:tr>
            </a:tbl>
          </a:graphicData>
        </a:graphic>
      </p:graphicFrame>
    </p:spTree>
    <p:extLst>
      <p:ext uri="{BB962C8B-B14F-4D97-AF65-F5344CB8AC3E}">
        <p14:creationId xmlns:p14="http://schemas.microsoft.com/office/powerpoint/2010/main" val="2381825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04CBC4-0243-204C-B5D8-F76B92BCD4CA}"/>
              </a:ext>
            </a:extLst>
          </p:cNvPr>
          <p:cNvSpPr>
            <a:spLocks noGrp="1"/>
          </p:cNvSpPr>
          <p:nvPr>
            <p:ph type="title"/>
          </p:nvPr>
        </p:nvSpPr>
        <p:spPr/>
        <p:txBody>
          <a:bodyPr/>
          <a:lstStyle/>
          <a:p>
            <a:r>
              <a:rPr lang="en-US" dirty="0"/>
              <a:t>Handling Session Drift</a:t>
            </a:r>
          </a:p>
        </p:txBody>
      </p:sp>
      <p:sp>
        <p:nvSpPr>
          <p:cNvPr id="6" name="Text Placeholder 5">
            <a:extLst>
              <a:ext uri="{FF2B5EF4-FFF2-40B4-BE49-F238E27FC236}">
                <a16:creationId xmlns:a16="http://schemas.microsoft.com/office/drawing/2014/main" id="{15AB5605-B3B7-E141-AB5F-398267B9504E}"/>
              </a:ext>
            </a:extLst>
          </p:cNvPr>
          <p:cNvSpPr>
            <a:spLocks noGrp="1"/>
          </p:cNvSpPr>
          <p:nvPr>
            <p:ph type="body" sz="quarter" idx="17"/>
          </p:nvPr>
        </p:nvSpPr>
        <p:spPr/>
        <p:txBody>
          <a:bodyPr/>
          <a:lstStyle/>
          <a:p>
            <a:r>
              <a:rPr lang="en-US" dirty="0"/>
              <a:t> </a:t>
            </a:r>
          </a:p>
        </p:txBody>
      </p:sp>
      <p:sp>
        <p:nvSpPr>
          <p:cNvPr id="2" name="Content Placeholder 1">
            <a:extLst>
              <a:ext uri="{FF2B5EF4-FFF2-40B4-BE49-F238E27FC236}">
                <a16:creationId xmlns:a16="http://schemas.microsoft.com/office/drawing/2014/main" id="{9934F9B4-D8A5-7345-ABD7-6E978706215F}"/>
              </a:ext>
            </a:extLst>
          </p:cNvPr>
          <p:cNvSpPr>
            <a:spLocks noGrp="1"/>
          </p:cNvSpPr>
          <p:nvPr>
            <p:ph sz="half" idx="2"/>
          </p:nvPr>
        </p:nvSpPr>
        <p:spPr>
          <a:xfrm>
            <a:off x="941616" y="2686970"/>
            <a:ext cx="4306324" cy="3171961"/>
          </a:xfrm>
        </p:spPr>
        <p:txBody>
          <a:bodyPr/>
          <a:lstStyle/>
          <a:p>
            <a:r>
              <a:rPr lang="en-US" b="1" dirty="0"/>
              <a:t>Problem</a:t>
            </a:r>
            <a:r>
              <a:rPr lang="en-US" dirty="0"/>
              <a:t>: Electrode signals drift over 20 months (same intent → different neural patterns)</a:t>
            </a:r>
          </a:p>
          <a:p>
            <a:r>
              <a:rPr lang="en-US" b="1" dirty="0"/>
              <a:t>Solution</a:t>
            </a:r>
            <a:r>
              <a:rPr lang="en-US" dirty="0"/>
              <a:t>: </a:t>
            </a:r>
            <a:r>
              <a:rPr lang="en-US" b="1" dirty="0"/>
              <a:t>Subject-Specific Adapter Layer</a:t>
            </a:r>
            <a:endParaRPr lang="en-US" dirty="0"/>
          </a:p>
          <a:p>
            <a:pPr lvl="1"/>
            <a:r>
              <a:rPr lang="en-US" dirty="0"/>
              <a:t>Each session gets its own </a:t>
            </a:r>
            <a:r>
              <a:rPr lang="en-US" b="1" dirty="0"/>
              <a:t>learnable weight matrix + bias</a:t>
            </a:r>
            <a:endParaRPr lang="en-US" dirty="0"/>
          </a:p>
          <a:p>
            <a:pPr lvl="1"/>
            <a:r>
              <a:rPr lang="en-US" dirty="0"/>
              <a:t>Maps raw features to a common latent space before the Conformer</a:t>
            </a:r>
          </a:p>
          <a:p>
            <a:pPr lvl="1"/>
            <a:r>
              <a:rPr lang="en-US" dirty="0"/>
              <a:t>Allows the model to "align" different recording days</a:t>
            </a:r>
          </a:p>
        </p:txBody>
      </p:sp>
      <p:sp>
        <p:nvSpPr>
          <p:cNvPr id="7" name="Text Placeholder 6">
            <a:extLst>
              <a:ext uri="{FF2B5EF4-FFF2-40B4-BE49-F238E27FC236}">
                <a16:creationId xmlns:a16="http://schemas.microsoft.com/office/drawing/2014/main" id="{13A13E55-320B-5B41-907F-2547EC4F810C}"/>
              </a:ext>
            </a:extLst>
          </p:cNvPr>
          <p:cNvSpPr>
            <a:spLocks noGrp="1"/>
          </p:cNvSpPr>
          <p:nvPr>
            <p:ph type="body" sz="quarter" idx="18"/>
          </p:nvPr>
        </p:nvSpPr>
        <p:spPr/>
        <p:txBody>
          <a:bodyPr/>
          <a:lstStyle/>
          <a:p>
            <a:r>
              <a:rPr lang="en-US" dirty="0"/>
              <a:t> </a:t>
            </a:r>
          </a:p>
        </p:txBody>
      </p:sp>
      <p:sp>
        <p:nvSpPr>
          <p:cNvPr id="3" name="Content Placeholder 2">
            <a:extLst>
              <a:ext uri="{FF2B5EF4-FFF2-40B4-BE49-F238E27FC236}">
                <a16:creationId xmlns:a16="http://schemas.microsoft.com/office/drawing/2014/main" id="{D9EAFE77-0444-B246-AEBE-5CA581CFE60B}"/>
              </a:ext>
            </a:extLst>
          </p:cNvPr>
          <p:cNvSpPr>
            <a:spLocks noGrp="1"/>
          </p:cNvSpPr>
          <p:nvPr>
            <p:ph sz="half" idx="11"/>
          </p:nvPr>
        </p:nvSpPr>
        <p:spPr>
          <a:xfrm>
            <a:off x="6400801" y="2686970"/>
            <a:ext cx="4753708" cy="2299758"/>
          </a:xfrm>
        </p:spPr>
        <p:txBody>
          <a:bodyPr/>
          <a:lstStyle/>
          <a:p>
            <a:pPr marL="0" indent="0">
              <a:buNone/>
            </a:pPr>
            <a:r>
              <a:rPr lang="en-US" dirty="0"/>
              <a:t> </a:t>
            </a:r>
          </a:p>
        </p:txBody>
      </p:sp>
      <p:sp>
        <p:nvSpPr>
          <p:cNvPr id="10" name="Footer Placeholder 9">
            <a:extLst>
              <a:ext uri="{FF2B5EF4-FFF2-40B4-BE49-F238E27FC236}">
                <a16:creationId xmlns:a16="http://schemas.microsoft.com/office/drawing/2014/main" id="{210A34DD-3CAE-410D-BA09-9E4DE2EEC040}"/>
              </a:ext>
            </a:extLst>
          </p:cNvPr>
          <p:cNvSpPr>
            <a:spLocks noGrp="1"/>
          </p:cNvSpPr>
          <p:nvPr>
            <p:ph type="ftr" sz="quarter" idx="21"/>
          </p:nvPr>
        </p:nvSpPr>
        <p:spPr>
          <a:xfrm>
            <a:off x="8298180" y="6294120"/>
            <a:ext cx="1462788" cy="182880"/>
          </a:xfrm>
        </p:spPr>
        <p:txBody>
          <a:bodyPr/>
          <a:lstStyle/>
          <a:p>
            <a:r>
              <a:rPr lang="en-US" dirty="0"/>
              <a:t>Decoding Silent Speech</a:t>
            </a:r>
          </a:p>
        </p:txBody>
      </p:sp>
      <p:sp>
        <p:nvSpPr>
          <p:cNvPr id="11" name="Slide Number Placeholder 10">
            <a:extLst>
              <a:ext uri="{FF2B5EF4-FFF2-40B4-BE49-F238E27FC236}">
                <a16:creationId xmlns:a16="http://schemas.microsoft.com/office/drawing/2014/main" id="{00166BBA-67F2-4018-A96E-8101731B482D}"/>
              </a:ext>
            </a:extLst>
          </p:cNvPr>
          <p:cNvSpPr>
            <a:spLocks noGrp="1"/>
          </p:cNvSpPr>
          <p:nvPr>
            <p:ph type="sldNum" sz="quarter" idx="22"/>
          </p:nvPr>
        </p:nvSpPr>
        <p:spPr>
          <a:xfrm>
            <a:off x="11493500" y="6292334"/>
            <a:ext cx="412750" cy="182880"/>
          </a:xfrm>
        </p:spPr>
        <p:txBody>
          <a:bodyPr/>
          <a:lstStyle/>
          <a:p>
            <a:fld id="{7782931A-7D25-4B4B-9464-57AE418934A3}" type="slidenum">
              <a:rPr lang="en-US" smtClean="0"/>
              <a:pPr/>
              <a:t>6</a:t>
            </a:fld>
            <a:endParaRPr lang="en-US"/>
          </a:p>
        </p:txBody>
      </p:sp>
      <p:sp>
        <p:nvSpPr>
          <p:cNvPr id="13" name="Date Placeholder 5">
            <a:extLst>
              <a:ext uri="{FF2B5EF4-FFF2-40B4-BE49-F238E27FC236}">
                <a16:creationId xmlns:a16="http://schemas.microsoft.com/office/drawing/2014/main" id="{E20844A8-8E83-4471-BD12-3DE9E71E456F}"/>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12" name="Text Placeholder 11">
            <a:extLst>
              <a:ext uri="{FF2B5EF4-FFF2-40B4-BE49-F238E27FC236}">
                <a16:creationId xmlns:a16="http://schemas.microsoft.com/office/drawing/2014/main" id="{92626280-FAA8-5C1E-16F9-B8B3E69096C7}"/>
              </a:ext>
            </a:extLst>
          </p:cNvPr>
          <p:cNvSpPr>
            <a:spLocks noGrp="1"/>
          </p:cNvSpPr>
          <p:nvPr>
            <p:ph type="body" sz="quarter" idx="19"/>
          </p:nvPr>
        </p:nvSpPr>
        <p:spPr/>
        <p:txBody>
          <a:bodyPr/>
          <a:lstStyle/>
          <a:p>
            <a:r>
              <a:rPr lang="en-US" dirty="0"/>
              <a:t> </a:t>
            </a:r>
          </a:p>
        </p:txBody>
      </p:sp>
      <p:sp>
        <p:nvSpPr>
          <p:cNvPr id="18" name="Content Placeholder 17">
            <a:extLst>
              <a:ext uri="{FF2B5EF4-FFF2-40B4-BE49-F238E27FC236}">
                <a16:creationId xmlns:a16="http://schemas.microsoft.com/office/drawing/2014/main" id="{9D134BF8-49A6-8C93-C396-82304ED2796A}"/>
              </a:ext>
            </a:extLst>
          </p:cNvPr>
          <p:cNvSpPr>
            <a:spLocks noGrp="1"/>
          </p:cNvSpPr>
          <p:nvPr>
            <p:ph sz="half" idx="13"/>
          </p:nvPr>
        </p:nvSpPr>
        <p:spPr/>
        <p:txBody>
          <a:bodyPr/>
          <a:lstStyle/>
          <a:p>
            <a:pPr marL="0" indent="0">
              <a:buNone/>
            </a:pPr>
            <a:r>
              <a:rPr lang="en-US" dirty="0"/>
              <a:t> </a:t>
            </a:r>
          </a:p>
        </p:txBody>
      </p:sp>
      <p:sp>
        <p:nvSpPr>
          <p:cNvPr id="19" name="TextBox 18">
            <a:extLst>
              <a:ext uri="{FF2B5EF4-FFF2-40B4-BE49-F238E27FC236}">
                <a16:creationId xmlns:a16="http://schemas.microsoft.com/office/drawing/2014/main" id="{391FF880-FE06-868E-B73D-8D7997A342D1}"/>
              </a:ext>
            </a:extLst>
          </p:cNvPr>
          <p:cNvSpPr txBox="1"/>
          <p:nvPr/>
        </p:nvSpPr>
        <p:spPr>
          <a:xfrm>
            <a:off x="5819268" y="3079115"/>
            <a:ext cx="5674232" cy="1754326"/>
          </a:xfrm>
          <a:prstGeom prst="rect">
            <a:avLst/>
          </a:prstGeom>
          <a:noFill/>
        </p:spPr>
        <p:txBody>
          <a:bodyPr wrap="square" rtlCol="0">
            <a:spAutoFit/>
          </a:bodyPr>
          <a:lstStyle/>
          <a:p>
            <a:r>
              <a:rPr lang="en-US" dirty="0">
                <a:solidFill>
                  <a:schemeClr val="bg1"/>
                </a:solidFill>
              </a:rPr>
              <a:t>class </a:t>
            </a:r>
            <a:r>
              <a:rPr lang="en-US" dirty="0" err="1">
                <a:solidFill>
                  <a:schemeClr val="bg1"/>
                </a:solidFill>
              </a:rPr>
              <a:t>SubjectAdapter</a:t>
            </a:r>
            <a:r>
              <a:rPr lang="en-US" dirty="0">
                <a:solidFill>
                  <a:schemeClr val="bg1"/>
                </a:solidFill>
              </a:rPr>
              <a:t>(</a:t>
            </a:r>
            <a:r>
              <a:rPr lang="en-US" dirty="0" err="1">
                <a:solidFill>
                  <a:schemeClr val="bg1"/>
                </a:solidFill>
              </a:rPr>
              <a:t>nn.Module</a:t>
            </a:r>
            <a:r>
              <a:rPr lang="en-US" dirty="0">
                <a:solidFill>
                  <a:schemeClr val="bg1"/>
                </a:solidFill>
              </a:rPr>
              <a:t>):</a:t>
            </a:r>
          </a:p>
          <a:p>
            <a:r>
              <a:rPr lang="en-US" i="1" dirty="0">
                <a:solidFill>
                  <a:schemeClr val="bg1"/>
                </a:solidFill>
              </a:rPr>
              <a:t>    # Per-session linear transformation: x' = </a:t>
            </a:r>
            <a:r>
              <a:rPr lang="en-US" i="1" dirty="0" err="1">
                <a:solidFill>
                  <a:schemeClr val="bg1"/>
                </a:solidFill>
              </a:rPr>
              <a:t>W_session</a:t>
            </a:r>
            <a:r>
              <a:rPr lang="en-US" i="1" dirty="0">
                <a:solidFill>
                  <a:schemeClr val="bg1"/>
                </a:solidFill>
              </a:rPr>
              <a:t> @ x + </a:t>
            </a:r>
            <a:r>
              <a:rPr lang="en-US" i="1" dirty="0" err="1">
                <a:solidFill>
                  <a:schemeClr val="bg1"/>
                </a:solidFill>
              </a:rPr>
              <a:t>b_session</a:t>
            </a:r>
            <a:endParaRPr lang="en-US" i="1" dirty="0">
              <a:solidFill>
                <a:schemeClr val="bg1"/>
              </a:solidFill>
            </a:endParaRPr>
          </a:p>
          <a:p>
            <a:r>
              <a:rPr lang="en-US" dirty="0">
                <a:solidFill>
                  <a:schemeClr val="bg1"/>
                </a:solidFill>
              </a:rPr>
              <a:t>    weight = </a:t>
            </a:r>
            <a:r>
              <a:rPr lang="en-US" dirty="0" err="1">
                <a:solidFill>
                  <a:schemeClr val="bg1"/>
                </a:solidFill>
              </a:rPr>
              <a:t>nn.Parameter</a:t>
            </a:r>
            <a:r>
              <a:rPr lang="en-US" dirty="0">
                <a:solidFill>
                  <a:schemeClr val="bg1"/>
                </a:solidFill>
              </a:rPr>
              <a:t>(</a:t>
            </a:r>
            <a:r>
              <a:rPr lang="en-US" dirty="0" err="1">
                <a:solidFill>
                  <a:schemeClr val="bg1"/>
                </a:solidFill>
              </a:rPr>
              <a:t>torch.eye</a:t>
            </a:r>
            <a:r>
              <a:rPr lang="en-US" dirty="0">
                <a:solidFill>
                  <a:schemeClr val="bg1"/>
                </a:solidFill>
              </a:rPr>
              <a:t>(512) per session)  </a:t>
            </a:r>
            <a:r>
              <a:rPr lang="en-US" i="1" dirty="0">
                <a:solidFill>
                  <a:schemeClr val="bg1"/>
                </a:solidFill>
              </a:rPr>
              <a:t># 45 sessions</a:t>
            </a:r>
          </a:p>
          <a:p>
            <a:r>
              <a:rPr lang="en-US" dirty="0">
                <a:solidFill>
                  <a:schemeClr val="bg1"/>
                </a:solidFill>
              </a:rPr>
              <a:t>    bias = </a:t>
            </a:r>
            <a:r>
              <a:rPr lang="en-US" dirty="0" err="1">
                <a:solidFill>
                  <a:schemeClr val="bg1"/>
                </a:solidFill>
              </a:rPr>
              <a:t>nn.Parameter</a:t>
            </a:r>
            <a:r>
              <a:rPr lang="en-US" dirty="0">
                <a:solidFill>
                  <a:schemeClr val="bg1"/>
                </a:solidFill>
              </a:rPr>
              <a:t>(</a:t>
            </a:r>
            <a:r>
              <a:rPr lang="en-US" dirty="0" err="1">
                <a:solidFill>
                  <a:schemeClr val="bg1"/>
                </a:solidFill>
              </a:rPr>
              <a:t>torch.zeros</a:t>
            </a:r>
            <a:r>
              <a:rPr lang="en-US" dirty="0">
                <a:solidFill>
                  <a:schemeClr val="bg1"/>
                </a:solidFill>
              </a:rPr>
              <a:t>(512) per session)</a:t>
            </a:r>
          </a:p>
        </p:txBody>
      </p:sp>
    </p:spTree>
    <p:extLst>
      <p:ext uri="{BB962C8B-B14F-4D97-AF65-F5344CB8AC3E}">
        <p14:creationId xmlns:p14="http://schemas.microsoft.com/office/powerpoint/2010/main" val="3466443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63BCD-A564-F8EE-F35D-75986DA776E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007BC5-2F5A-36CD-C794-4CFC0AD933A1}"/>
              </a:ext>
            </a:extLst>
          </p:cNvPr>
          <p:cNvSpPr>
            <a:spLocks noGrp="1"/>
          </p:cNvSpPr>
          <p:nvPr>
            <p:ph type="title"/>
          </p:nvPr>
        </p:nvSpPr>
        <p:spPr/>
        <p:txBody>
          <a:bodyPr/>
          <a:lstStyle/>
          <a:p>
            <a:r>
              <a:rPr lang="en-US" dirty="0"/>
              <a:t>Architecture</a:t>
            </a:r>
          </a:p>
        </p:txBody>
      </p:sp>
      <p:sp>
        <p:nvSpPr>
          <p:cNvPr id="6" name="Text Placeholder 5">
            <a:extLst>
              <a:ext uri="{FF2B5EF4-FFF2-40B4-BE49-F238E27FC236}">
                <a16:creationId xmlns:a16="http://schemas.microsoft.com/office/drawing/2014/main" id="{58A91AD3-3B25-4E99-5F27-08FBFEC624FE}"/>
              </a:ext>
            </a:extLst>
          </p:cNvPr>
          <p:cNvSpPr>
            <a:spLocks noGrp="1"/>
          </p:cNvSpPr>
          <p:nvPr>
            <p:ph type="body" sz="quarter" idx="17"/>
          </p:nvPr>
        </p:nvSpPr>
        <p:spPr/>
        <p:txBody>
          <a:bodyPr/>
          <a:lstStyle/>
          <a:p>
            <a:r>
              <a:rPr lang="en-US" dirty="0"/>
              <a:t> </a:t>
            </a:r>
          </a:p>
        </p:txBody>
      </p:sp>
      <p:sp>
        <p:nvSpPr>
          <p:cNvPr id="2" name="Content Placeholder 1">
            <a:extLst>
              <a:ext uri="{FF2B5EF4-FFF2-40B4-BE49-F238E27FC236}">
                <a16:creationId xmlns:a16="http://schemas.microsoft.com/office/drawing/2014/main" id="{17C8D933-C5A3-A9BF-A654-2962DBAD7624}"/>
              </a:ext>
            </a:extLst>
          </p:cNvPr>
          <p:cNvSpPr>
            <a:spLocks noGrp="1"/>
          </p:cNvSpPr>
          <p:nvPr>
            <p:ph sz="half" idx="2"/>
          </p:nvPr>
        </p:nvSpPr>
        <p:spPr>
          <a:xfrm>
            <a:off x="941616" y="2686970"/>
            <a:ext cx="4306324" cy="3171961"/>
          </a:xfrm>
        </p:spPr>
        <p:txBody>
          <a:bodyPr/>
          <a:lstStyle/>
          <a:p>
            <a:pPr marL="0" indent="0">
              <a:buNone/>
            </a:pPr>
            <a:r>
              <a:rPr lang="en-US" dirty="0"/>
              <a:t> </a:t>
            </a:r>
          </a:p>
        </p:txBody>
      </p:sp>
      <p:sp>
        <p:nvSpPr>
          <p:cNvPr id="7" name="Text Placeholder 6">
            <a:extLst>
              <a:ext uri="{FF2B5EF4-FFF2-40B4-BE49-F238E27FC236}">
                <a16:creationId xmlns:a16="http://schemas.microsoft.com/office/drawing/2014/main" id="{6E7608A5-9E38-888D-A21E-F54540D1DC2D}"/>
              </a:ext>
            </a:extLst>
          </p:cNvPr>
          <p:cNvSpPr>
            <a:spLocks noGrp="1"/>
          </p:cNvSpPr>
          <p:nvPr>
            <p:ph type="body" sz="quarter" idx="18"/>
          </p:nvPr>
        </p:nvSpPr>
        <p:spPr/>
        <p:txBody>
          <a:bodyPr/>
          <a:lstStyle/>
          <a:p>
            <a:r>
              <a:rPr lang="en-US" dirty="0"/>
              <a:t> </a:t>
            </a:r>
          </a:p>
        </p:txBody>
      </p:sp>
      <p:sp>
        <p:nvSpPr>
          <p:cNvPr id="3" name="Content Placeholder 2">
            <a:extLst>
              <a:ext uri="{FF2B5EF4-FFF2-40B4-BE49-F238E27FC236}">
                <a16:creationId xmlns:a16="http://schemas.microsoft.com/office/drawing/2014/main" id="{FDAC791A-8EE5-5CD7-F911-53F9AC0F99AA}"/>
              </a:ext>
            </a:extLst>
          </p:cNvPr>
          <p:cNvSpPr>
            <a:spLocks noGrp="1"/>
          </p:cNvSpPr>
          <p:nvPr>
            <p:ph sz="half" idx="11"/>
          </p:nvPr>
        </p:nvSpPr>
        <p:spPr>
          <a:xfrm>
            <a:off x="6400801" y="2686970"/>
            <a:ext cx="4753708" cy="2299758"/>
          </a:xfrm>
        </p:spPr>
        <p:txBody>
          <a:bodyPr/>
          <a:lstStyle/>
          <a:p>
            <a:pPr marL="0" indent="0">
              <a:buNone/>
            </a:pPr>
            <a:r>
              <a:rPr lang="en-US" dirty="0"/>
              <a:t> </a:t>
            </a:r>
          </a:p>
        </p:txBody>
      </p:sp>
      <p:sp>
        <p:nvSpPr>
          <p:cNvPr id="10" name="Footer Placeholder 9">
            <a:extLst>
              <a:ext uri="{FF2B5EF4-FFF2-40B4-BE49-F238E27FC236}">
                <a16:creationId xmlns:a16="http://schemas.microsoft.com/office/drawing/2014/main" id="{2B5B1C17-3FE0-C07E-0FBD-428DAB507CBF}"/>
              </a:ext>
            </a:extLst>
          </p:cNvPr>
          <p:cNvSpPr>
            <a:spLocks noGrp="1"/>
          </p:cNvSpPr>
          <p:nvPr>
            <p:ph type="ftr" sz="quarter" idx="21"/>
          </p:nvPr>
        </p:nvSpPr>
        <p:spPr>
          <a:xfrm>
            <a:off x="8298180" y="6294120"/>
            <a:ext cx="1462788" cy="182880"/>
          </a:xfrm>
        </p:spPr>
        <p:txBody>
          <a:bodyPr/>
          <a:lstStyle/>
          <a:p>
            <a:r>
              <a:rPr lang="en-US" dirty="0"/>
              <a:t>Decoding Silent Speech</a:t>
            </a:r>
          </a:p>
        </p:txBody>
      </p:sp>
      <p:sp>
        <p:nvSpPr>
          <p:cNvPr id="11" name="Slide Number Placeholder 10">
            <a:extLst>
              <a:ext uri="{FF2B5EF4-FFF2-40B4-BE49-F238E27FC236}">
                <a16:creationId xmlns:a16="http://schemas.microsoft.com/office/drawing/2014/main" id="{61682C7F-1DCF-1E7E-4BF2-2CB3CA0CCB5B}"/>
              </a:ext>
            </a:extLst>
          </p:cNvPr>
          <p:cNvSpPr>
            <a:spLocks noGrp="1"/>
          </p:cNvSpPr>
          <p:nvPr>
            <p:ph type="sldNum" sz="quarter" idx="22"/>
          </p:nvPr>
        </p:nvSpPr>
        <p:spPr>
          <a:xfrm>
            <a:off x="11493500" y="6292334"/>
            <a:ext cx="412750" cy="182880"/>
          </a:xfrm>
        </p:spPr>
        <p:txBody>
          <a:bodyPr/>
          <a:lstStyle/>
          <a:p>
            <a:fld id="{7782931A-7D25-4B4B-9464-57AE418934A3}" type="slidenum">
              <a:rPr lang="en-US" smtClean="0"/>
              <a:pPr/>
              <a:t>7</a:t>
            </a:fld>
            <a:endParaRPr lang="en-US"/>
          </a:p>
        </p:txBody>
      </p:sp>
      <p:sp>
        <p:nvSpPr>
          <p:cNvPr id="13" name="Date Placeholder 5">
            <a:extLst>
              <a:ext uri="{FF2B5EF4-FFF2-40B4-BE49-F238E27FC236}">
                <a16:creationId xmlns:a16="http://schemas.microsoft.com/office/drawing/2014/main" id="{9C862F69-EEEC-086F-8E64-6E346FAA7EBB}"/>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12" name="Text Placeholder 11">
            <a:extLst>
              <a:ext uri="{FF2B5EF4-FFF2-40B4-BE49-F238E27FC236}">
                <a16:creationId xmlns:a16="http://schemas.microsoft.com/office/drawing/2014/main" id="{A2EDE520-E1B6-99B1-5004-DA454CDFB37D}"/>
              </a:ext>
            </a:extLst>
          </p:cNvPr>
          <p:cNvSpPr>
            <a:spLocks noGrp="1"/>
          </p:cNvSpPr>
          <p:nvPr>
            <p:ph type="body" sz="quarter" idx="19"/>
          </p:nvPr>
        </p:nvSpPr>
        <p:spPr/>
        <p:txBody>
          <a:bodyPr/>
          <a:lstStyle/>
          <a:p>
            <a:r>
              <a:rPr lang="en-US" dirty="0"/>
              <a:t> </a:t>
            </a:r>
          </a:p>
        </p:txBody>
      </p:sp>
      <p:sp>
        <p:nvSpPr>
          <p:cNvPr id="18" name="Content Placeholder 17">
            <a:extLst>
              <a:ext uri="{FF2B5EF4-FFF2-40B4-BE49-F238E27FC236}">
                <a16:creationId xmlns:a16="http://schemas.microsoft.com/office/drawing/2014/main" id="{D65E8F7C-BD97-4543-EF12-84343697A849}"/>
              </a:ext>
            </a:extLst>
          </p:cNvPr>
          <p:cNvSpPr>
            <a:spLocks noGrp="1"/>
          </p:cNvSpPr>
          <p:nvPr>
            <p:ph sz="half" idx="13"/>
          </p:nvPr>
        </p:nvSpPr>
        <p:spPr/>
        <p:txBody>
          <a:bodyPr/>
          <a:lstStyle/>
          <a:p>
            <a:pPr marL="0" indent="0">
              <a:buNone/>
            </a:pPr>
            <a:r>
              <a:rPr lang="en-US" dirty="0"/>
              <a:t> </a:t>
            </a:r>
          </a:p>
        </p:txBody>
      </p:sp>
      <p:sp>
        <p:nvSpPr>
          <p:cNvPr id="19" name="TextBox 18">
            <a:extLst>
              <a:ext uri="{FF2B5EF4-FFF2-40B4-BE49-F238E27FC236}">
                <a16:creationId xmlns:a16="http://schemas.microsoft.com/office/drawing/2014/main" id="{A045CDCA-79AF-9BEB-B97A-CB2983365B26}"/>
              </a:ext>
            </a:extLst>
          </p:cNvPr>
          <p:cNvSpPr txBox="1"/>
          <p:nvPr/>
        </p:nvSpPr>
        <p:spPr>
          <a:xfrm>
            <a:off x="5819268" y="3079115"/>
            <a:ext cx="5674232" cy="369332"/>
          </a:xfrm>
          <a:prstGeom prst="rect">
            <a:avLst/>
          </a:prstGeom>
          <a:noFill/>
        </p:spPr>
        <p:txBody>
          <a:bodyPr wrap="square" rtlCol="0">
            <a:spAutoFit/>
          </a:bodyPr>
          <a:lstStyle/>
          <a:p>
            <a:r>
              <a:rPr lang="en-US" dirty="0">
                <a:solidFill>
                  <a:schemeClr val="bg1"/>
                </a:solidFill>
              </a:rPr>
              <a:t> </a:t>
            </a:r>
          </a:p>
        </p:txBody>
      </p:sp>
      <p:pic>
        <p:nvPicPr>
          <p:cNvPr id="8" name="Picture 7" descr="A diagram of a process flow&#10;&#10;AI-generated content may be incorrect.">
            <a:extLst>
              <a:ext uri="{FF2B5EF4-FFF2-40B4-BE49-F238E27FC236}">
                <a16:creationId xmlns:a16="http://schemas.microsoft.com/office/drawing/2014/main" id="{66B0F925-AB34-2731-7BFB-0DF453D1B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179" y="2062069"/>
            <a:ext cx="8749553" cy="3796862"/>
          </a:xfrm>
          <a:prstGeom prst="rect">
            <a:avLst/>
          </a:prstGeom>
        </p:spPr>
      </p:pic>
    </p:spTree>
    <p:extLst>
      <p:ext uri="{BB962C8B-B14F-4D97-AF65-F5344CB8AC3E}">
        <p14:creationId xmlns:p14="http://schemas.microsoft.com/office/powerpoint/2010/main" val="1769136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4F0A-FEA4-DE73-3AC9-59E285EF7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40305-7687-F665-9BF5-B8476812257C}"/>
              </a:ext>
            </a:extLst>
          </p:cNvPr>
          <p:cNvSpPr>
            <a:spLocks noGrp="1"/>
          </p:cNvSpPr>
          <p:nvPr>
            <p:ph type="title"/>
          </p:nvPr>
        </p:nvSpPr>
        <p:spPr>
          <a:xfrm>
            <a:off x="1028700" y="999068"/>
            <a:ext cx="7810500" cy="645284"/>
          </a:xfrm>
        </p:spPr>
        <p:txBody>
          <a:bodyPr/>
          <a:lstStyle/>
          <a:p>
            <a:r>
              <a:rPr lang="en-US" dirty="0"/>
              <a:t>Training</a:t>
            </a:r>
          </a:p>
        </p:txBody>
      </p:sp>
      <p:sp>
        <p:nvSpPr>
          <p:cNvPr id="3" name="Text Placeholder 2">
            <a:extLst>
              <a:ext uri="{FF2B5EF4-FFF2-40B4-BE49-F238E27FC236}">
                <a16:creationId xmlns:a16="http://schemas.microsoft.com/office/drawing/2014/main" id="{629E7CC8-67EF-3D1B-6D95-FFB3A3731097}"/>
              </a:ext>
            </a:extLst>
          </p:cNvPr>
          <p:cNvSpPr>
            <a:spLocks noGrp="1"/>
          </p:cNvSpPr>
          <p:nvPr>
            <p:ph type="body" sz="quarter" idx="17"/>
          </p:nvPr>
        </p:nvSpPr>
        <p:spPr>
          <a:xfrm>
            <a:off x="933504" y="2435660"/>
            <a:ext cx="2286000" cy="911029"/>
          </a:xfrm>
        </p:spPr>
        <p:txBody>
          <a:bodyPr/>
          <a:lstStyle/>
          <a:p>
            <a:r>
              <a:rPr lang="en-US" dirty="0"/>
              <a:t>Decoding Pipeline</a:t>
            </a:r>
            <a:endParaRPr lang="en-US" b="0" dirty="0"/>
          </a:p>
        </p:txBody>
      </p:sp>
      <p:sp>
        <p:nvSpPr>
          <p:cNvPr id="18" name="Text Placeholder 17">
            <a:extLst>
              <a:ext uri="{FF2B5EF4-FFF2-40B4-BE49-F238E27FC236}">
                <a16:creationId xmlns:a16="http://schemas.microsoft.com/office/drawing/2014/main" id="{A5010307-4E09-697D-EAFB-E50CFF7F3688}"/>
              </a:ext>
            </a:extLst>
          </p:cNvPr>
          <p:cNvSpPr>
            <a:spLocks noGrp="1"/>
          </p:cNvSpPr>
          <p:nvPr>
            <p:ph type="body" sz="quarter" idx="25"/>
          </p:nvPr>
        </p:nvSpPr>
        <p:spPr>
          <a:xfrm>
            <a:off x="941616" y="3164635"/>
            <a:ext cx="2286000" cy="2466975"/>
          </a:xfrm>
        </p:spPr>
        <p:txBody>
          <a:bodyPr/>
          <a:lstStyle/>
          <a:p>
            <a:r>
              <a:rPr lang="en-US" b="1" dirty="0"/>
              <a:t>CTC Beam Search</a:t>
            </a:r>
            <a:r>
              <a:rPr lang="en-US" dirty="0"/>
              <a:t> (100 beams) → Top-N phoneme sequences</a:t>
            </a:r>
          </a:p>
          <a:p>
            <a:r>
              <a:rPr lang="en-US" b="1" dirty="0" err="1"/>
              <a:t>KenLM</a:t>
            </a:r>
            <a:r>
              <a:rPr lang="en-US" b="1" dirty="0"/>
              <a:t> 4-gram</a:t>
            </a:r>
            <a:r>
              <a:rPr lang="en-US" dirty="0"/>
              <a:t> → Scores linguistic plausibility</a:t>
            </a:r>
          </a:p>
          <a:p>
            <a:r>
              <a:rPr lang="en-US" b="1" dirty="0"/>
              <a:t>GPT-2 </a:t>
            </a:r>
            <a:r>
              <a:rPr lang="en-US" b="1" dirty="0" err="1"/>
              <a:t>Rescorer</a:t>
            </a:r>
            <a:r>
              <a:rPr lang="en-US" dirty="0"/>
              <a:t> → </a:t>
            </a:r>
            <a:r>
              <a:rPr lang="en-US" dirty="0" err="1"/>
              <a:t>Reranks</a:t>
            </a:r>
            <a:r>
              <a:rPr lang="en-US" dirty="0"/>
              <a:t> using LLM perplexity</a:t>
            </a:r>
          </a:p>
        </p:txBody>
      </p:sp>
      <p:sp>
        <p:nvSpPr>
          <p:cNvPr id="9" name="Text Placeholder 8">
            <a:extLst>
              <a:ext uri="{FF2B5EF4-FFF2-40B4-BE49-F238E27FC236}">
                <a16:creationId xmlns:a16="http://schemas.microsoft.com/office/drawing/2014/main" id="{0FA62D35-43DF-0F9E-E433-80F92D0E16D0}"/>
              </a:ext>
            </a:extLst>
          </p:cNvPr>
          <p:cNvSpPr>
            <a:spLocks noGrp="1"/>
          </p:cNvSpPr>
          <p:nvPr>
            <p:ph type="body" sz="quarter" idx="23"/>
          </p:nvPr>
        </p:nvSpPr>
        <p:spPr>
          <a:xfrm>
            <a:off x="3553968" y="2328553"/>
            <a:ext cx="2286000" cy="725745"/>
          </a:xfrm>
        </p:spPr>
        <p:txBody>
          <a:bodyPr/>
          <a:lstStyle/>
          <a:p>
            <a:r>
              <a:rPr lang="en-US" dirty="0"/>
              <a:t>Conformer Block </a:t>
            </a:r>
          </a:p>
          <a:p>
            <a:r>
              <a:rPr lang="en-US" dirty="0"/>
              <a:t>Structure </a:t>
            </a:r>
          </a:p>
        </p:txBody>
      </p:sp>
      <p:sp>
        <p:nvSpPr>
          <p:cNvPr id="12" name="Text Placeholder 11">
            <a:extLst>
              <a:ext uri="{FF2B5EF4-FFF2-40B4-BE49-F238E27FC236}">
                <a16:creationId xmlns:a16="http://schemas.microsoft.com/office/drawing/2014/main" id="{5171BB4C-0411-C094-05BC-B38A075ABD8C}"/>
              </a:ext>
            </a:extLst>
          </p:cNvPr>
          <p:cNvSpPr>
            <a:spLocks noGrp="1"/>
          </p:cNvSpPr>
          <p:nvPr>
            <p:ph type="body" sz="quarter" idx="24"/>
          </p:nvPr>
        </p:nvSpPr>
        <p:spPr>
          <a:xfrm>
            <a:off x="3523046" y="3161405"/>
            <a:ext cx="2302223" cy="2466537"/>
          </a:xfrm>
        </p:spPr>
        <p:txBody>
          <a:bodyPr/>
          <a:lstStyle/>
          <a:p>
            <a:r>
              <a:rPr lang="en-US" b="1" dirty="0"/>
              <a:t>Self-Attention</a:t>
            </a:r>
            <a:r>
              <a:rPr lang="en-US" dirty="0"/>
              <a:t>: Captures long-range dependencies</a:t>
            </a:r>
          </a:p>
          <a:p>
            <a:r>
              <a:rPr lang="en-US" b="1" dirty="0" err="1"/>
              <a:t>Depthwise</a:t>
            </a:r>
            <a:r>
              <a:rPr lang="en-US" b="1" dirty="0"/>
              <a:t> Conv</a:t>
            </a:r>
            <a:r>
              <a:rPr lang="en-US" dirty="0"/>
              <a:t> (kernel=31): Captures local phonetic patterns</a:t>
            </a:r>
          </a:p>
          <a:p>
            <a:r>
              <a:rPr lang="en-US" b="1" dirty="0"/>
              <a:t>Gradient Checkpointing</a:t>
            </a:r>
            <a:r>
              <a:rPr lang="en-US" dirty="0"/>
              <a:t>: For memory efficiency</a:t>
            </a:r>
          </a:p>
        </p:txBody>
      </p:sp>
      <p:sp>
        <p:nvSpPr>
          <p:cNvPr id="6" name="Footer Placeholder 5">
            <a:extLst>
              <a:ext uri="{FF2B5EF4-FFF2-40B4-BE49-F238E27FC236}">
                <a16:creationId xmlns:a16="http://schemas.microsoft.com/office/drawing/2014/main" id="{9C6A01CD-457F-6323-4ADF-5929C599CE57}"/>
              </a:ext>
            </a:extLst>
          </p:cNvPr>
          <p:cNvSpPr>
            <a:spLocks noGrp="1"/>
          </p:cNvSpPr>
          <p:nvPr>
            <p:ph type="ftr" sz="quarter" idx="27"/>
          </p:nvPr>
        </p:nvSpPr>
        <p:spPr>
          <a:xfrm>
            <a:off x="8298180" y="6294120"/>
            <a:ext cx="1462788" cy="182880"/>
          </a:xfrm>
        </p:spPr>
        <p:txBody>
          <a:bodyPr/>
          <a:lstStyle/>
          <a:p>
            <a:r>
              <a:rPr lang="en-US" dirty="0"/>
              <a:t>Decoding Silent Speech</a:t>
            </a:r>
          </a:p>
        </p:txBody>
      </p:sp>
      <p:sp>
        <p:nvSpPr>
          <p:cNvPr id="8" name="Slide Number Placeholder 7">
            <a:extLst>
              <a:ext uri="{FF2B5EF4-FFF2-40B4-BE49-F238E27FC236}">
                <a16:creationId xmlns:a16="http://schemas.microsoft.com/office/drawing/2014/main" id="{CC98AE24-DD75-58F2-9E99-BC52C3F47CEA}"/>
              </a:ext>
            </a:extLst>
          </p:cNvPr>
          <p:cNvSpPr>
            <a:spLocks noGrp="1"/>
          </p:cNvSpPr>
          <p:nvPr>
            <p:ph type="sldNum" sz="quarter" idx="28"/>
          </p:nvPr>
        </p:nvSpPr>
        <p:spPr>
          <a:xfrm>
            <a:off x="11493500" y="6292334"/>
            <a:ext cx="412750" cy="182880"/>
          </a:xfrm>
        </p:spPr>
        <p:txBody>
          <a:bodyPr/>
          <a:lstStyle/>
          <a:p>
            <a:fld id="{7782931A-7D25-4B4B-9464-57AE418934A3}" type="slidenum">
              <a:rPr lang="en-US" smtClean="0"/>
              <a:pPr/>
              <a:t>8</a:t>
            </a:fld>
            <a:endParaRPr lang="en-US"/>
          </a:p>
        </p:txBody>
      </p:sp>
      <p:sp>
        <p:nvSpPr>
          <p:cNvPr id="10" name="Date Placeholder 5">
            <a:extLst>
              <a:ext uri="{FF2B5EF4-FFF2-40B4-BE49-F238E27FC236}">
                <a16:creationId xmlns:a16="http://schemas.microsoft.com/office/drawing/2014/main" id="{4ACF2584-871E-DB24-FCA4-546661A08D81}"/>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11" name="Text Placeholder 10">
            <a:extLst>
              <a:ext uri="{FF2B5EF4-FFF2-40B4-BE49-F238E27FC236}">
                <a16:creationId xmlns:a16="http://schemas.microsoft.com/office/drawing/2014/main" id="{889443C9-FEA7-CCCB-0486-049C1D36E21C}"/>
              </a:ext>
            </a:extLst>
          </p:cNvPr>
          <p:cNvSpPr>
            <a:spLocks noGrp="1"/>
          </p:cNvSpPr>
          <p:nvPr>
            <p:ph type="body" sz="quarter" idx="21"/>
          </p:nvPr>
        </p:nvSpPr>
        <p:spPr>
          <a:xfrm>
            <a:off x="8796214" y="2295106"/>
            <a:ext cx="2286000" cy="911029"/>
          </a:xfrm>
        </p:spPr>
        <p:txBody>
          <a:bodyPr/>
          <a:lstStyle/>
          <a:p>
            <a:r>
              <a:rPr lang="en-US" dirty="0"/>
              <a:t> </a:t>
            </a:r>
          </a:p>
        </p:txBody>
      </p:sp>
      <p:sp>
        <p:nvSpPr>
          <p:cNvPr id="15" name="Text Placeholder 14">
            <a:extLst>
              <a:ext uri="{FF2B5EF4-FFF2-40B4-BE49-F238E27FC236}">
                <a16:creationId xmlns:a16="http://schemas.microsoft.com/office/drawing/2014/main" id="{B5FDDEF3-E2A2-B1C9-676C-5D64CC4C6577}"/>
              </a:ext>
            </a:extLst>
          </p:cNvPr>
          <p:cNvSpPr>
            <a:spLocks noGrp="1"/>
          </p:cNvSpPr>
          <p:nvPr>
            <p:ph type="body" sz="quarter" idx="22"/>
          </p:nvPr>
        </p:nvSpPr>
        <p:spPr/>
        <p:txBody>
          <a:bodyPr/>
          <a:lstStyle/>
          <a:p>
            <a:r>
              <a:rPr lang="en-US" dirty="0"/>
              <a:t> </a:t>
            </a:r>
          </a:p>
        </p:txBody>
      </p:sp>
      <p:sp>
        <p:nvSpPr>
          <p:cNvPr id="19" name="Text Placeholder 18">
            <a:extLst>
              <a:ext uri="{FF2B5EF4-FFF2-40B4-BE49-F238E27FC236}">
                <a16:creationId xmlns:a16="http://schemas.microsoft.com/office/drawing/2014/main" id="{8D5EDF6A-4F48-2C83-CA8B-ADDD3FB8BC91}"/>
              </a:ext>
            </a:extLst>
          </p:cNvPr>
          <p:cNvSpPr>
            <a:spLocks noGrp="1"/>
          </p:cNvSpPr>
          <p:nvPr>
            <p:ph type="body" sz="quarter" idx="20"/>
          </p:nvPr>
        </p:nvSpPr>
        <p:spPr/>
        <p:txBody>
          <a:bodyPr/>
          <a:lstStyle/>
          <a:p>
            <a:r>
              <a:rPr lang="en-US" dirty="0"/>
              <a:t> </a:t>
            </a:r>
          </a:p>
        </p:txBody>
      </p:sp>
      <p:sp>
        <p:nvSpPr>
          <p:cNvPr id="21" name="Text Placeholder 20">
            <a:extLst>
              <a:ext uri="{FF2B5EF4-FFF2-40B4-BE49-F238E27FC236}">
                <a16:creationId xmlns:a16="http://schemas.microsoft.com/office/drawing/2014/main" id="{7A01066F-BE2F-D3DE-F556-4F79E7BC87C0}"/>
              </a:ext>
            </a:extLst>
          </p:cNvPr>
          <p:cNvSpPr>
            <a:spLocks noGrp="1"/>
          </p:cNvSpPr>
          <p:nvPr>
            <p:ph type="body" sz="quarter" idx="19"/>
          </p:nvPr>
        </p:nvSpPr>
        <p:spPr/>
        <p:txBody>
          <a:bodyPr/>
          <a:lstStyle/>
          <a:p>
            <a:r>
              <a:rPr lang="en-US" dirty="0"/>
              <a:t> </a:t>
            </a:r>
          </a:p>
        </p:txBody>
      </p:sp>
      <p:graphicFrame>
        <p:nvGraphicFramePr>
          <p:cNvPr id="4" name="Table 3">
            <a:extLst>
              <a:ext uri="{FF2B5EF4-FFF2-40B4-BE49-F238E27FC236}">
                <a16:creationId xmlns:a16="http://schemas.microsoft.com/office/drawing/2014/main" id="{CDCF5171-C2B8-A9B6-F6B2-FC9C15BCE6EA}"/>
              </a:ext>
            </a:extLst>
          </p:cNvPr>
          <p:cNvGraphicFramePr>
            <a:graphicFrameLocks noGrp="1"/>
          </p:cNvGraphicFramePr>
          <p:nvPr>
            <p:extLst>
              <p:ext uri="{D42A27DB-BD31-4B8C-83A1-F6EECF244321}">
                <p14:modId xmlns:p14="http://schemas.microsoft.com/office/powerpoint/2010/main" val="1985713228"/>
              </p:ext>
            </p:extLst>
          </p:nvPr>
        </p:nvGraphicFramePr>
        <p:xfrm>
          <a:off x="6940080" y="2111269"/>
          <a:ext cx="4142134" cy="3866746"/>
        </p:xfrm>
        <a:graphic>
          <a:graphicData uri="http://schemas.openxmlformats.org/drawingml/2006/table">
            <a:tbl>
              <a:tblPr/>
              <a:tblGrid>
                <a:gridCol w="2071067">
                  <a:extLst>
                    <a:ext uri="{9D8B030D-6E8A-4147-A177-3AD203B41FA5}">
                      <a16:colId xmlns:a16="http://schemas.microsoft.com/office/drawing/2014/main" val="198442424"/>
                    </a:ext>
                  </a:extLst>
                </a:gridCol>
                <a:gridCol w="2071067">
                  <a:extLst>
                    <a:ext uri="{9D8B030D-6E8A-4147-A177-3AD203B41FA5}">
                      <a16:colId xmlns:a16="http://schemas.microsoft.com/office/drawing/2014/main" val="3550344963"/>
                    </a:ext>
                  </a:extLst>
                </a:gridCol>
              </a:tblGrid>
              <a:tr h="357430">
                <a:tc>
                  <a:txBody>
                    <a:bodyPr/>
                    <a:lstStyle/>
                    <a:p>
                      <a:pPr algn="l" fontAlgn="b">
                        <a:buNone/>
                      </a:pPr>
                      <a:r>
                        <a:rPr lang="en-US" sz="1600" b="1">
                          <a:solidFill>
                            <a:schemeClr val="bg1"/>
                          </a:solidFill>
                          <a:effectLst/>
                        </a:rPr>
                        <a:t>Hyperparameter</a:t>
                      </a:r>
                    </a:p>
                  </a:txBody>
                  <a:tcPr anchor="b">
                    <a:lnL w="9525" cap="flat" cmpd="sng" algn="ctr">
                      <a:solidFill>
                        <a:srgbClr val="F0B061"/>
                      </a:solidFill>
                      <a:prstDash val="solid"/>
                      <a:round/>
                      <a:headEnd type="none" w="med" len="med"/>
                      <a:tailEnd type="none" w="med" len="med"/>
                    </a:lnL>
                    <a:lnR w="9525" cap="flat" cmpd="sng" algn="ctr">
                      <a:solidFill>
                        <a:srgbClr val="B05F07"/>
                      </a:solidFill>
                      <a:prstDash val="solid"/>
                      <a:round/>
                      <a:headEnd type="none" w="med" len="med"/>
                      <a:tailEnd type="none" w="med" len="med"/>
                    </a:lnR>
                    <a:lnT w="9525" cap="flat" cmpd="sng" algn="ctr">
                      <a:solidFill>
                        <a:srgbClr val="F0B061"/>
                      </a:solidFill>
                      <a:prstDash val="solid"/>
                      <a:round/>
                      <a:headEnd type="none" w="med" len="med"/>
                      <a:tailEnd type="none" w="med" len="med"/>
                    </a:lnT>
                    <a:lnB w="9525" cap="flat" cmpd="sng" algn="ctr">
                      <a:solidFill>
                        <a:srgbClr val="008C61"/>
                      </a:solidFill>
                      <a:prstDash val="solid"/>
                      <a:round/>
                      <a:headEnd type="none" w="med" len="med"/>
                      <a:tailEnd type="none" w="med" len="med"/>
                    </a:lnB>
                    <a:noFill/>
                  </a:tcPr>
                </a:tc>
                <a:tc>
                  <a:txBody>
                    <a:bodyPr/>
                    <a:lstStyle/>
                    <a:p>
                      <a:pPr algn="l" fontAlgn="b">
                        <a:buNone/>
                      </a:pPr>
                      <a:r>
                        <a:rPr lang="en-US" sz="1600" b="1">
                          <a:solidFill>
                            <a:schemeClr val="bg1"/>
                          </a:solidFill>
                          <a:effectLst/>
                        </a:rPr>
                        <a:t>Value</a:t>
                      </a:r>
                    </a:p>
                  </a:txBody>
                  <a:tcPr anchor="b">
                    <a:lnL w="9525" cap="flat" cmpd="sng" algn="ctr">
                      <a:solidFill>
                        <a:srgbClr val="B05F07"/>
                      </a:solidFill>
                      <a:prstDash val="solid"/>
                      <a:round/>
                      <a:headEnd type="none" w="med" len="med"/>
                      <a:tailEnd type="none" w="med" len="med"/>
                    </a:lnL>
                    <a:lnR w="9525" cap="flat" cmpd="sng" algn="ctr">
                      <a:solidFill>
                        <a:srgbClr val="B05F07"/>
                      </a:solidFill>
                      <a:prstDash val="solid"/>
                      <a:round/>
                      <a:headEnd type="none" w="med" len="med"/>
                      <a:tailEnd type="none" w="med" len="med"/>
                    </a:lnR>
                    <a:lnT w="9525" cap="flat" cmpd="sng" algn="ctr">
                      <a:solidFill>
                        <a:srgbClr val="B05F07"/>
                      </a:solidFill>
                      <a:prstDash val="solid"/>
                      <a:round/>
                      <a:headEnd type="none" w="med" len="med"/>
                      <a:tailEnd type="none" w="med" len="med"/>
                    </a:lnT>
                    <a:lnB w="9525" cap="flat" cmpd="sng" algn="ctr">
                      <a:solidFill>
                        <a:srgbClr val="F04C07"/>
                      </a:solidFill>
                      <a:prstDash val="solid"/>
                      <a:round/>
                      <a:headEnd type="none" w="med" len="med"/>
                      <a:tailEnd type="none" w="med" len="med"/>
                    </a:lnB>
                    <a:noFill/>
                  </a:tcPr>
                </a:tc>
                <a:extLst>
                  <a:ext uri="{0D108BD9-81ED-4DB2-BD59-A6C34878D82A}">
                    <a16:rowId xmlns:a16="http://schemas.microsoft.com/office/drawing/2014/main" val="903574866"/>
                  </a:ext>
                </a:extLst>
              </a:tr>
              <a:tr h="877329">
                <a:tc>
                  <a:txBody>
                    <a:bodyPr/>
                    <a:lstStyle/>
                    <a:p>
                      <a:pPr algn="l" fontAlgn="base">
                        <a:buNone/>
                      </a:pPr>
                      <a:r>
                        <a:rPr lang="en-US" sz="1600">
                          <a:solidFill>
                            <a:schemeClr val="bg1"/>
                          </a:solidFill>
                          <a:effectLst/>
                        </a:rPr>
                        <a:t>Optimizer</a:t>
                      </a:r>
                    </a:p>
                  </a:txBody>
                  <a:tcPr anchor="ctr">
                    <a:lnL w="9525" cap="flat" cmpd="sng" algn="ctr">
                      <a:solidFill>
                        <a:srgbClr val="008C61"/>
                      </a:solidFill>
                      <a:prstDash val="solid"/>
                      <a:round/>
                      <a:headEnd type="none" w="med" len="med"/>
                      <a:tailEnd type="none" w="med" len="med"/>
                    </a:lnL>
                    <a:lnR w="9525" cap="flat" cmpd="sng" algn="ctr">
                      <a:solidFill>
                        <a:srgbClr val="F04C07"/>
                      </a:solidFill>
                      <a:prstDash val="solid"/>
                      <a:round/>
                      <a:headEnd type="none" w="med" len="med"/>
                      <a:tailEnd type="none" w="med" len="med"/>
                    </a:lnR>
                    <a:lnT w="9525" cap="flat" cmpd="sng" algn="ctr">
                      <a:solidFill>
                        <a:srgbClr val="008C61"/>
                      </a:solidFill>
                      <a:prstDash val="solid"/>
                      <a:round/>
                      <a:headEnd type="none" w="med" len="med"/>
                      <a:tailEnd type="none" w="med" len="med"/>
                    </a:lnT>
                    <a:lnB w="9525" cap="flat" cmpd="sng" algn="ctr">
                      <a:solidFill>
                        <a:srgbClr val="909561"/>
                      </a:solidFill>
                      <a:prstDash val="solid"/>
                      <a:round/>
                      <a:headEnd type="none" w="med" len="med"/>
                      <a:tailEnd type="none" w="med" len="med"/>
                    </a:lnB>
                    <a:noFill/>
                  </a:tcPr>
                </a:tc>
                <a:tc>
                  <a:txBody>
                    <a:bodyPr/>
                    <a:lstStyle/>
                    <a:p>
                      <a:pPr algn="l" fontAlgn="base">
                        <a:buNone/>
                      </a:pPr>
                      <a:r>
                        <a:rPr lang="en-US" sz="1600" dirty="0" err="1">
                          <a:solidFill>
                            <a:schemeClr val="bg1"/>
                          </a:solidFill>
                          <a:effectLst/>
                        </a:rPr>
                        <a:t>AdamW</a:t>
                      </a:r>
                      <a:r>
                        <a:rPr lang="en-US" sz="1600" dirty="0">
                          <a:solidFill>
                            <a:schemeClr val="bg1"/>
                          </a:solidFill>
                          <a:effectLst/>
                        </a:rPr>
                        <a:t> (</a:t>
                      </a:r>
                      <a:r>
                        <a:rPr lang="en-US" sz="1600" dirty="0" err="1">
                          <a:solidFill>
                            <a:schemeClr val="bg1"/>
                          </a:solidFill>
                          <a:effectLst/>
                        </a:rPr>
                        <a:t>weight_decay</a:t>
                      </a:r>
                      <a:r>
                        <a:rPr lang="en-US" sz="1600" dirty="0">
                          <a:solidFill>
                            <a:schemeClr val="bg1"/>
                          </a:solidFill>
                          <a:effectLst/>
                        </a:rPr>
                        <a:t>=0.01)</a:t>
                      </a:r>
                    </a:p>
                  </a:txBody>
                  <a:tcPr anchor="ctr">
                    <a:lnL w="9525" cap="flat" cmpd="sng" algn="ctr">
                      <a:solidFill>
                        <a:srgbClr val="F04C07"/>
                      </a:solidFill>
                      <a:prstDash val="solid"/>
                      <a:round/>
                      <a:headEnd type="none" w="med" len="med"/>
                      <a:tailEnd type="none" w="med" len="med"/>
                    </a:lnL>
                    <a:lnR w="9525" cap="flat" cmpd="sng" algn="ctr">
                      <a:solidFill>
                        <a:srgbClr val="F04C07"/>
                      </a:solidFill>
                      <a:prstDash val="solid"/>
                      <a:round/>
                      <a:headEnd type="none" w="med" len="med"/>
                      <a:tailEnd type="none" w="med" len="med"/>
                    </a:lnR>
                    <a:lnT w="9525" cap="flat" cmpd="sng" algn="ctr">
                      <a:solidFill>
                        <a:srgbClr val="F04C07"/>
                      </a:solidFill>
                      <a:prstDash val="solid"/>
                      <a:round/>
                      <a:headEnd type="none" w="med" len="med"/>
                      <a:tailEnd type="none" w="med" len="med"/>
                    </a:lnT>
                    <a:lnB w="9525" cap="flat" cmpd="sng" algn="ctr">
                      <a:solidFill>
                        <a:srgbClr val="4072FC"/>
                      </a:solidFill>
                      <a:prstDash val="solid"/>
                      <a:round/>
                      <a:headEnd type="none" w="med" len="med"/>
                      <a:tailEnd type="none" w="med" len="med"/>
                    </a:lnB>
                    <a:noFill/>
                  </a:tcPr>
                </a:tc>
                <a:extLst>
                  <a:ext uri="{0D108BD9-81ED-4DB2-BD59-A6C34878D82A}">
                    <a16:rowId xmlns:a16="http://schemas.microsoft.com/office/drawing/2014/main" val="3079055178"/>
                  </a:ext>
                </a:extLst>
              </a:tr>
              <a:tr h="877329">
                <a:tc>
                  <a:txBody>
                    <a:bodyPr/>
                    <a:lstStyle/>
                    <a:p>
                      <a:pPr algn="l" fontAlgn="base">
                        <a:buNone/>
                      </a:pPr>
                      <a:r>
                        <a:rPr lang="en-US" sz="1600">
                          <a:solidFill>
                            <a:schemeClr val="bg1"/>
                          </a:solidFill>
                          <a:effectLst/>
                        </a:rPr>
                        <a:t>LR Schedule</a:t>
                      </a:r>
                    </a:p>
                  </a:txBody>
                  <a:tcPr anchor="ctr">
                    <a:lnL w="9525" cap="flat" cmpd="sng" algn="ctr">
                      <a:solidFill>
                        <a:srgbClr val="909561"/>
                      </a:solidFill>
                      <a:prstDash val="solid"/>
                      <a:round/>
                      <a:headEnd type="none" w="med" len="med"/>
                      <a:tailEnd type="none" w="med" len="med"/>
                    </a:lnL>
                    <a:lnR w="9525" cap="flat" cmpd="sng" algn="ctr">
                      <a:solidFill>
                        <a:srgbClr val="4072FC"/>
                      </a:solidFill>
                      <a:prstDash val="solid"/>
                      <a:round/>
                      <a:headEnd type="none" w="med" len="med"/>
                      <a:tailEnd type="none" w="med" len="med"/>
                    </a:lnR>
                    <a:lnT w="9525" cap="flat" cmpd="sng" algn="ctr">
                      <a:solidFill>
                        <a:srgbClr val="909561"/>
                      </a:solidFill>
                      <a:prstDash val="solid"/>
                      <a:round/>
                      <a:headEnd type="none" w="med" len="med"/>
                      <a:tailEnd type="none" w="med" len="med"/>
                    </a:lnT>
                    <a:lnB w="9525" cap="flat" cmpd="sng" algn="ctr">
                      <a:solidFill>
                        <a:srgbClr val="008C61"/>
                      </a:solidFill>
                      <a:prstDash val="solid"/>
                      <a:round/>
                      <a:headEnd type="none" w="med" len="med"/>
                      <a:tailEnd type="none" w="med" len="med"/>
                    </a:lnB>
                    <a:noFill/>
                  </a:tcPr>
                </a:tc>
                <a:tc>
                  <a:txBody>
                    <a:bodyPr/>
                    <a:lstStyle/>
                    <a:p>
                      <a:pPr algn="l" fontAlgn="base">
                        <a:buNone/>
                      </a:pPr>
                      <a:r>
                        <a:rPr lang="en-US" sz="1600" dirty="0">
                          <a:solidFill>
                            <a:schemeClr val="bg1"/>
                          </a:solidFill>
                          <a:effectLst/>
                        </a:rPr>
                        <a:t>Linear Warmup (10%) + Cosine Annealing</a:t>
                      </a:r>
                    </a:p>
                  </a:txBody>
                  <a:tcPr anchor="ctr">
                    <a:lnL w="9525" cap="flat" cmpd="sng" algn="ctr">
                      <a:solidFill>
                        <a:srgbClr val="4072FC"/>
                      </a:solidFill>
                      <a:prstDash val="solid"/>
                      <a:round/>
                      <a:headEnd type="none" w="med" len="med"/>
                      <a:tailEnd type="none" w="med" len="med"/>
                    </a:lnL>
                    <a:lnR w="9525" cap="flat" cmpd="sng" algn="ctr">
                      <a:solidFill>
                        <a:srgbClr val="4072FC"/>
                      </a:solidFill>
                      <a:prstDash val="solid"/>
                      <a:round/>
                      <a:headEnd type="none" w="med" len="med"/>
                      <a:tailEnd type="none" w="med" len="med"/>
                    </a:lnR>
                    <a:lnT w="9525" cap="flat" cmpd="sng" algn="ctr">
                      <a:solidFill>
                        <a:srgbClr val="4072FC"/>
                      </a:solidFill>
                      <a:prstDash val="solid"/>
                      <a:round/>
                      <a:headEnd type="none" w="med" len="med"/>
                      <a:tailEnd type="none" w="med" len="med"/>
                    </a:lnT>
                    <a:lnB w="9525" cap="flat" cmpd="sng" algn="ctr">
                      <a:solidFill>
                        <a:srgbClr val="B04D07"/>
                      </a:solidFill>
                      <a:prstDash val="solid"/>
                      <a:round/>
                      <a:headEnd type="none" w="med" len="med"/>
                      <a:tailEnd type="none" w="med" len="med"/>
                    </a:lnB>
                    <a:noFill/>
                  </a:tcPr>
                </a:tc>
                <a:extLst>
                  <a:ext uri="{0D108BD9-81ED-4DB2-BD59-A6C34878D82A}">
                    <a16:rowId xmlns:a16="http://schemas.microsoft.com/office/drawing/2014/main" val="869664676"/>
                  </a:ext>
                </a:extLst>
              </a:tr>
              <a:tr h="877329">
                <a:tc>
                  <a:txBody>
                    <a:bodyPr/>
                    <a:lstStyle/>
                    <a:p>
                      <a:pPr algn="l" fontAlgn="base">
                        <a:buNone/>
                      </a:pPr>
                      <a:r>
                        <a:rPr lang="en-US" sz="1600">
                          <a:solidFill>
                            <a:schemeClr val="bg1"/>
                          </a:solidFill>
                          <a:effectLst/>
                        </a:rPr>
                        <a:t>Batch Size</a:t>
                      </a:r>
                    </a:p>
                  </a:txBody>
                  <a:tcPr anchor="ctr">
                    <a:lnL w="9525" cap="flat" cmpd="sng" algn="ctr">
                      <a:solidFill>
                        <a:srgbClr val="008C61"/>
                      </a:solidFill>
                      <a:prstDash val="solid"/>
                      <a:round/>
                      <a:headEnd type="none" w="med" len="med"/>
                      <a:tailEnd type="none" w="med" len="med"/>
                    </a:lnL>
                    <a:lnR w="9525" cap="flat" cmpd="sng" algn="ctr">
                      <a:solidFill>
                        <a:srgbClr val="B04D07"/>
                      </a:solidFill>
                      <a:prstDash val="solid"/>
                      <a:round/>
                      <a:headEnd type="none" w="med" len="med"/>
                      <a:tailEnd type="none" w="med" len="med"/>
                    </a:lnR>
                    <a:lnT w="9525" cap="flat" cmpd="sng" algn="ctr">
                      <a:solidFill>
                        <a:srgbClr val="008C61"/>
                      </a:solidFill>
                      <a:prstDash val="solid"/>
                      <a:round/>
                      <a:headEnd type="none" w="med" len="med"/>
                      <a:tailEnd type="none" w="med" len="med"/>
                    </a:lnT>
                    <a:lnB w="9525" cap="flat" cmpd="sng" algn="ctr">
                      <a:solidFill>
                        <a:srgbClr val="909561"/>
                      </a:solidFill>
                      <a:prstDash val="solid"/>
                      <a:round/>
                      <a:headEnd type="none" w="med" len="med"/>
                      <a:tailEnd type="none" w="med" len="med"/>
                    </a:lnB>
                    <a:noFill/>
                  </a:tcPr>
                </a:tc>
                <a:tc>
                  <a:txBody>
                    <a:bodyPr/>
                    <a:lstStyle/>
                    <a:p>
                      <a:pPr algn="l" fontAlgn="base">
                        <a:buNone/>
                      </a:pPr>
                      <a:r>
                        <a:rPr lang="en-US" sz="1600">
                          <a:solidFill>
                            <a:schemeClr val="bg1"/>
                          </a:solidFill>
                          <a:effectLst/>
                        </a:rPr>
                        <a:t>8 × 4 gradient accumulation = </a:t>
                      </a:r>
                      <a:r>
                        <a:rPr lang="en-US" sz="1600" b="1">
                          <a:solidFill>
                            <a:schemeClr val="bg1"/>
                          </a:solidFill>
                          <a:effectLst/>
                        </a:rPr>
                        <a:t>32 effective</a:t>
                      </a:r>
                      <a:endParaRPr lang="en-US" sz="1600">
                        <a:solidFill>
                          <a:schemeClr val="bg1"/>
                        </a:solidFill>
                        <a:effectLst/>
                      </a:endParaRPr>
                    </a:p>
                  </a:txBody>
                  <a:tcPr anchor="ctr">
                    <a:lnL w="9525" cap="flat" cmpd="sng" algn="ctr">
                      <a:solidFill>
                        <a:srgbClr val="B04D07"/>
                      </a:solidFill>
                      <a:prstDash val="solid"/>
                      <a:round/>
                      <a:headEnd type="none" w="med" len="med"/>
                      <a:tailEnd type="none" w="med" len="med"/>
                    </a:lnL>
                    <a:lnR w="9525" cap="flat" cmpd="sng" algn="ctr">
                      <a:solidFill>
                        <a:srgbClr val="B04D07"/>
                      </a:solidFill>
                      <a:prstDash val="solid"/>
                      <a:round/>
                      <a:headEnd type="none" w="med" len="med"/>
                      <a:tailEnd type="none" w="med" len="med"/>
                    </a:lnR>
                    <a:lnT w="9525" cap="flat" cmpd="sng" algn="ctr">
                      <a:solidFill>
                        <a:srgbClr val="B04D07"/>
                      </a:solidFill>
                      <a:prstDash val="solid"/>
                      <a:round/>
                      <a:headEnd type="none" w="med" len="med"/>
                      <a:tailEnd type="none" w="med" len="med"/>
                    </a:lnT>
                    <a:lnB w="9525" cap="flat" cmpd="sng" algn="ctr">
                      <a:solidFill>
                        <a:srgbClr val="607C07"/>
                      </a:solidFill>
                      <a:prstDash val="solid"/>
                      <a:round/>
                      <a:headEnd type="none" w="med" len="med"/>
                      <a:tailEnd type="none" w="med" len="med"/>
                    </a:lnB>
                    <a:noFill/>
                  </a:tcPr>
                </a:tc>
                <a:extLst>
                  <a:ext uri="{0D108BD9-81ED-4DB2-BD59-A6C34878D82A}">
                    <a16:rowId xmlns:a16="http://schemas.microsoft.com/office/drawing/2014/main" val="2100163389"/>
                  </a:ext>
                </a:extLst>
              </a:tr>
              <a:tr h="877329">
                <a:tc>
                  <a:txBody>
                    <a:bodyPr/>
                    <a:lstStyle/>
                    <a:p>
                      <a:pPr algn="l" fontAlgn="base">
                        <a:buNone/>
                      </a:pPr>
                      <a:r>
                        <a:rPr lang="en-US" sz="1600">
                          <a:solidFill>
                            <a:schemeClr val="bg1"/>
                          </a:solidFill>
                          <a:effectLst/>
                        </a:rPr>
                        <a:t>Augmentation</a:t>
                      </a:r>
                    </a:p>
                  </a:txBody>
                  <a:tcPr anchor="ctr">
                    <a:lnL w="9525" cap="flat" cmpd="sng" algn="ctr">
                      <a:solidFill>
                        <a:srgbClr val="909561"/>
                      </a:solidFill>
                      <a:prstDash val="solid"/>
                      <a:round/>
                      <a:headEnd type="none" w="med" len="med"/>
                      <a:tailEnd type="none" w="med" len="med"/>
                    </a:lnL>
                    <a:lnR w="9525" cap="flat" cmpd="sng" algn="ctr">
                      <a:solidFill>
                        <a:srgbClr val="607C07"/>
                      </a:solidFill>
                      <a:prstDash val="solid"/>
                      <a:round/>
                      <a:headEnd type="none" w="med" len="med"/>
                      <a:tailEnd type="none" w="med" len="med"/>
                    </a:lnR>
                    <a:lnT w="9525" cap="flat" cmpd="sng" algn="ctr">
                      <a:solidFill>
                        <a:srgbClr val="909561"/>
                      </a:solidFill>
                      <a:prstDash val="solid"/>
                      <a:round/>
                      <a:headEnd type="none" w="med" len="med"/>
                      <a:tailEnd type="none" w="med" len="med"/>
                    </a:lnT>
                    <a:lnB w="9525" cap="flat" cmpd="sng" algn="ctr">
                      <a:solidFill>
                        <a:srgbClr val="909561"/>
                      </a:solidFill>
                      <a:prstDash val="solid"/>
                      <a:round/>
                      <a:headEnd type="none" w="med" len="med"/>
                      <a:tailEnd type="none" w="med" len="med"/>
                    </a:lnB>
                    <a:noFill/>
                  </a:tcPr>
                </a:tc>
                <a:tc>
                  <a:txBody>
                    <a:bodyPr/>
                    <a:lstStyle/>
                    <a:p>
                      <a:pPr algn="l" fontAlgn="base">
                        <a:buNone/>
                      </a:pPr>
                      <a:r>
                        <a:rPr lang="en-US" sz="1600" dirty="0">
                          <a:solidFill>
                            <a:schemeClr val="bg1"/>
                          </a:solidFill>
                          <a:effectLst/>
                        </a:rPr>
                        <a:t>15% temporal + 15% channel masking</a:t>
                      </a:r>
                    </a:p>
                  </a:txBody>
                  <a:tcPr anchor="ctr">
                    <a:lnL w="9525" cap="flat" cmpd="sng" algn="ctr">
                      <a:solidFill>
                        <a:srgbClr val="607C07"/>
                      </a:solidFill>
                      <a:prstDash val="solid"/>
                      <a:round/>
                      <a:headEnd type="none" w="med" len="med"/>
                      <a:tailEnd type="none" w="med" len="med"/>
                    </a:lnL>
                    <a:lnR w="9525" cap="flat" cmpd="sng" algn="ctr">
                      <a:solidFill>
                        <a:srgbClr val="607C07"/>
                      </a:solidFill>
                      <a:prstDash val="solid"/>
                      <a:round/>
                      <a:headEnd type="none" w="med" len="med"/>
                      <a:tailEnd type="none" w="med" len="med"/>
                    </a:lnR>
                    <a:lnT w="9525" cap="flat" cmpd="sng" algn="ctr">
                      <a:solidFill>
                        <a:srgbClr val="607C07"/>
                      </a:solidFill>
                      <a:prstDash val="solid"/>
                      <a:round/>
                      <a:headEnd type="none" w="med" len="med"/>
                      <a:tailEnd type="none" w="med" len="med"/>
                    </a:lnT>
                    <a:lnB w="9525" cap="flat" cmpd="sng" algn="ctr">
                      <a:solidFill>
                        <a:srgbClr val="607C07"/>
                      </a:solidFill>
                      <a:prstDash val="solid"/>
                      <a:round/>
                      <a:headEnd type="none" w="med" len="med"/>
                      <a:tailEnd type="none" w="med" len="med"/>
                    </a:lnB>
                    <a:noFill/>
                  </a:tcPr>
                </a:tc>
                <a:extLst>
                  <a:ext uri="{0D108BD9-81ED-4DB2-BD59-A6C34878D82A}">
                    <a16:rowId xmlns:a16="http://schemas.microsoft.com/office/drawing/2014/main" val="1115076640"/>
                  </a:ext>
                </a:extLst>
              </a:tr>
            </a:tbl>
          </a:graphicData>
        </a:graphic>
      </p:graphicFrame>
    </p:spTree>
    <p:extLst>
      <p:ext uri="{BB962C8B-B14F-4D97-AF65-F5344CB8AC3E}">
        <p14:creationId xmlns:p14="http://schemas.microsoft.com/office/powerpoint/2010/main" val="1732678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CFCFD1-4537-90FC-F56E-7DF4EE5D0928}"/>
              </a:ext>
            </a:extLst>
          </p:cNvPr>
          <p:cNvSpPr>
            <a:spLocks noGrp="1"/>
          </p:cNvSpPr>
          <p:nvPr>
            <p:ph type="body" sz="quarter" idx="10"/>
          </p:nvPr>
        </p:nvSpPr>
        <p:spPr>
          <a:xfrm>
            <a:off x="2190750" y="2889956"/>
            <a:ext cx="7810500" cy="2989263"/>
          </a:xfrm>
        </p:spPr>
        <p:txBody>
          <a:bodyPr/>
          <a:lstStyle/>
          <a:p>
            <a:r>
              <a:rPr lang="en-US" sz="4800" b="1" spc="300" dirty="0">
                <a:latin typeface="+mj-lt"/>
              </a:rPr>
              <a:t>Our Secret Sauce…</a:t>
            </a:r>
          </a:p>
        </p:txBody>
      </p:sp>
      <p:sp>
        <p:nvSpPr>
          <p:cNvPr id="3" name="Title 2">
            <a:extLst>
              <a:ext uri="{FF2B5EF4-FFF2-40B4-BE49-F238E27FC236}">
                <a16:creationId xmlns:a16="http://schemas.microsoft.com/office/drawing/2014/main" id="{67480407-65A6-556D-31C4-7946E5A264B2}"/>
              </a:ext>
            </a:extLst>
          </p:cNvPr>
          <p:cNvSpPr>
            <a:spLocks noGrp="1"/>
          </p:cNvSpPr>
          <p:nvPr>
            <p:ph type="title"/>
          </p:nvPr>
        </p:nvSpPr>
        <p:spPr/>
        <p:txBody>
          <a:bodyPr/>
          <a:lstStyle/>
          <a:p>
            <a:r>
              <a:rPr lang="en-US" dirty="0"/>
              <a:t>”</a:t>
            </a:r>
          </a:p>
        </p:txBody>
      </p:sp>
      <p:sp>
        <p:nvSpPr>
          <p:cNvPr id="4" name="Date Placeholder 3">
            <a:extLst>
              <a:ext uri="{FF2B5EF4-FFF2-40B4-BE49-F238E27FC236}">
                <a16:creationId xmlns:a16="http://schemas.microsoft.com/office/drawing/2014/main" id="{4BE692A4-093F-144C-6DD1-3FE4BEDE992A}"/>
              </a:ext>
            </a:extLst>
          </p:cNvPr>
          <p:cNvSpPr>
            <a:spLocks noGrp="1"/>
          </p:cNvSpPr>
          <p:nvPr>
            <p:ph type="dt" sz="half" idx="11"/>
          </p:nvPr>
        </p:nvSpPr>
        <p:spPr/>
        <p:txBody>
          <a:bodyPr/>
          <a:lstStyle/>
          <a:p>
            <a:r>
              <a:rPr lang="en-US"/>
              <a:t>September 3, 20XX </a:t>
            </a:r>
            <a:endParaRPr lang="en-US" dirty="0"/>
          </a:p>
        </p:txBody>
      </p:sp>
      <p:sp>
        <p:nvSpPr>
          <p:cNvPr id="5" name="Footer Placeholder 4">
            <a:extLst>
              <a:ext uri="{FF2B5EF4-FFF2-40B4-BE49-F238E27FC236}">
                <a16:creationId xmlns:a16="http://schemas.microsoft.com/office/drawing/2014/main" id="{B2597B3F-F7AE-5372-558E-73788F2788D1}"/>
              </a:ext>
            </a:extLst>
          </p:cNvPr>
          <p:cNvSpPr>
            <a:spLocks noGrp="1"/>
          </p:cNvSpPr>
          <p:nvPr>
            <p:ph type="ftr" sz="quarter" idx="12"/>
          </p:nvPr>
        </p:nvSpPr>
        <p:spPr/>
        <p:txBody>
          <a:bodyPr/>
          <a:lstStyle/>
          <a:p>
            <a:r>
              <a:rPr lang="en-US" dirty="0"/>
              <a:t>Decoding Silent Speech</a:t>
            </a:r>
          </a:p>
        </p:txBody>
      </p:sp>
      <p:sp>
        <p:nvSpPr>
          <p:cNvPr id="6" name="Slide Number Placeholder 5">
            <a:extLst>
              <a:ext uri="{FF2B5EF4-FFF2-40B4-BE49-F238E27FC236}">
                <a16:creationId xmlns:a16="http://schemas.microsoft.com/office/drawing/2014/main" id="{04B4D15A-B061-A54F-6292-E8AECBA3BB24}"/>
              </a:ext>
            </a:extLst>
          </p:cNvPr>
          <p:cNvSpPr>
            <a:spLocks noGrp="1"/>
          </p:cNvSpPr>
          <p:nvPr>
            <p:ph type="sldNum" sz="quarter" idx="13"/>
          </p:nvPr>
        </p:nvSpPr>
        <p:spPr/>
        <p:txBody>
          <a:bodyPr/>
          <a:lstStyle/>
          <a:p>
            <a:fld id="{7782931A-7D25-4B4B-9464-57AE418934A3}" type="slidenum">
              <a:rPr lang="en-US" smtClean="0"/>
              <a:pPr/>
              <a:t>9</a:t>
            </a:fld>
            <a:endParaRPr lang="en-US"/>
          </a:p>
        </p:txBody>
      </p:sp>
    </p:spTree>
    <p:extLst>
      <p:ext uri="{BB962C8B-B14F-4D97-AF65-F5344CB8AC3E}">
        <p14:creationId xmlns:p14="http://schemas.microsoft.com/office/powerpoint/2010/main" val="113036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9BF9-BE3A-8444-BD4C-97AF8ABBD74E}"/>
              </a:ext>
            </a:extLst>
          </p:cNvPr>
          <p:cNvSpPr>
            <a:spLocks noGrp="1"/>
          </p:cNvSpPr>
          <p:nvPr>
            <p:ph type="title"/>
          </p:nvPr>
        </p:nvSpPr>
        <p:spPr>
          <a:xfrm>
            <a:off x="1028700" y="999068"/>
            <a:ext cx="8802118" cy="645284"/>
          </a:xfrm>
        </p:spPr>
        <p:txBody>
          <a:bodyPr/>
          <a:lstStyle/>
          <a:p>
            <a:r>
              <a:rPr lang="en-US" dirty="0"/>
              <a:t>Multi-Stage Decoding Pipeline</a:t>
            </a:r>
          </a:p>
        </p:txBody>
      </p:sp>
      <p:sp>
        <p:nvSpPr>
          <p:cNvPr id="6" name="Footer Placeholder 5">
            <a:extLst>
              <a:ext uri="{FF2B5EF4-FFF2-40B4-BE49-F238E27FC236}">
                <a16:creationId xmlns:a16="http://schemas.microsoft.com/office/drawing/2014/main" id="{FB8B588C-90A8-4A3F-AE4F-BB5E476D20B9}"/>
              </a:ext>
            </a:extLst>
          </p:cNvPr>
          <p:cNvSpPr>
            <a:spLocks noGrp="1"/>
          </p:cNvSpPr>
          <p:nvPr>
            <p:ph type="ftr" sz="quarter" idx="13"/>
          </p:nvPr>
        </p:nvSpPr>
        <p:spPr/>
        <p:txBody>
          <a:bodyPr/>
          <a:lstStyle/>
          <a:p>
            <a:r>
              <a:rPr lang="en-US" dirty="0"/>
              <a:t>Decoding Silent Speech</a:t>
            </a:r>
          </a:p>
        </p:txBody>
      </p:sp>
      <p:sp>
        <p:nvSpPr>
          <p:cNvPr id="7" name="Slide Number Placeholder 6">
            <a:extLst>
              <a:ext uri="{FF2B5EF4-FFF2-40B4-BE49-F238E27FC236}">
                <a16:creationId xmlns:a16="http://schemas.microsoft.com/office/drawing/2014/main" id="{F3B054C5-D38D-4250-8FB9-1381546143D5}"/>
              </a:ext>
            </a:extLst>
          </p:cNvPr>
          <p:cNvSpPr>
            <a:spLocks noGrp="1"/>
          </p:cNvSpPr>
          <p:nvPr>
            <p:ph type="sldNum" sz="quarter" idx="14"/>
          </p:nvPr>
        </p:nvSpPr>
        <p:spPr/>
        <p:txBody>
          <a:bodyPr/>
          <a:lstStyle/>
          <a:p>
            <a:fld id="{7782931A-7D25-4B4B-9464-57AE418934A3}" type="slidenum">
              <a:rPr lang="en-US" smtClean="0"/>
              <a:pPr/>
              <a:t>10</a:t>
            </a:fld>
            <a:endParaRPr lang="en-US"/>
          </a:p>
        </p:txBody>
      </p:sp>
      <p:sp>
        <p:nvSpPr>
          <p:cNvPr id="9" name="Date Placeholder 5">
            <a:extLst>
              <a:ext uri="{FF2B5EF4-FFF2-40B4-BE49-F238E27FC236}">
                <a16:creationId xmlns:a16="http://schemas.microsoft.com/office/drawing/2014/main" id="{2E07A819-28B9-4839-8C4E-63CAD96F11BC}"/>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
        <p:nvSpPr>
          <p:cNvPr id="8" name="Text Placeholder 7">
            <a:extLst>
              <a:ext uri="{FF2B5EF4-FFF2-40B4-BE49-F238E27FC236}">
                <a16:creationId xmlns:a16="http://schemas.microsoft.com/office/drawing/2014/main" id="{EA02EEA7-D8BA-5473-5977-B237665EE5B5}"/>
              </a:ext>
            </a:extLst>
          </p:cNvPr>
          <p:cNvSpPr>
            <a:spLocks noGrp="1"/>
          </p:cNvSpPr>
          <p:nvPr>
            <p:ph type="body" sz="quarter" idx="10"/>
          </p:nvPr>
        </p:nvSpPr>
        <p:spPr/>
        <p:txBody>
          <a:bodyPr/>
          <a:lstStyle/>
          <a:p>
            <a:r>
              <a:rPr lang="en-US" sz="2000" b="1" dirty="0"/>
              <a:t>CTC Beam Search → </a:t>
            </a:r>
            <a:r>
              <a:rPr lang="en-US" sz="2000" b="1" dirty="0" err="1"/>
              <a:t>KenLM</a:t>
            </a:r>
            <a:r>
              <a:rPr lang="en-US" sz="2000" b="1" dirty="0"/>
              <a:t> 4-gram → GPT-2 LLM </a:t>
            </a:r>
            <a:r>
              <a:rPr lang="en-US" sz="2000" b="1" dirty="0" err="1"/>
              <a:t>Rescorer</a:t>
            </a:r>
            <a:endParaRPr lang="en-US" sz="2000" b="1" dirty="0"/>
          </a:p>
          <a:p>
            <a:endParaRPr lang="en-US" sz="2000" dirty="0"/>
          </a:p>
          <a:p>
            <a:endParaRPr lang="en-US" sz="2000" dirty="0"/>
          </a:p>
          <a:p>
            <a:r>
              <a:rPr lang="en-US" sz="2000" dirty="0"/>
              <a:t>Not just greedy decoding — </a:t>
            </a:r>
            <a:r>
              <a:rPr lang="en-US" sz="2000" b="1" dirty="0"/>
              <a:t>100-beam search</a:t>
            </a:r>
            <a:r>
              <a:rPr lang="en-US" sz="2000" dirty="0"/>
              <a:t> with language model guidance</a:t>
            </a:r>
          </a:p>
          <a:p>
            <a:r>
              <a:rPr lang="en-US" sz="2000" dirty="0"/>
              <a:t>Final </a:t>
            </a:r>
            <a:r>
              <a:rPr lang="en-US" sz="2000" b="1" dirty="0"/>
              <a:t>LLM rescoring</a:t>
            </a:r>
            <a:r>
              <a:rPr lang="en-US" sz="2000" dirty="0"/>
              <a:t> catches semantic errors the n-gram misses</a:t>
            </a:r>
          </a:p>
          <a:p>
            <a:endParaRPr lang="en-US" dirty="0"/>
          </a:p>
        </p:txBody>
      </p:sp>
      <p:sp>
        <p:nvSpPr>
          <p:cNvPr id="11" name="Text Placeholder 10">
            <a:extLst>
              <a:ext uri="{FF2B5EF4-FFF2-40B4-BE49-F238E27FC236}">
                <a16:creationId xmlns:a16="http://schemas.microsoft.com/office/drawing/2014/main" id="{4F3C8B56-9C3E-0EB4-00EA-249B0C2404A4}"/>
              </a:ext>
            </a:extLst>
          </p:cNvPr>
          <p:cNvSpPr>
            <a:spLocks noGrp="1"/>
          </p:cNvSpPr>
          <p:nvPr>
            <p:ph type="body" sz="quarter" idx="11"/>
          </p:nvPr>
        </p:nvSpPr>
        <p:spPr/>
        <p:txBody>
          <a:bodyPr/>
          <a:lstStyle/>
          <a:p>
            <a:r>
              <a:rPr lang="en-US" dirty="0"/>
              <a:t> </a:t>
            </a:r>
          </a:p>
        </p:txBody>
      </p:sp>
      <p:graphicFrame>
        <p:nvGraphicFramePr>
          <p:cNvPr id="12" name="Table 11">
            <a:extLst>
              <a:ext uri="{FF2B5EF4-FFF2-40B4-BE49-F238E27FC236}">
                <a16:creationId xmlns:a16="http://schemas.microsoft.com/office/drawing/2014/main" id="{39353E0B-167D-C8A0-488B-570077F34D1B}"/>
              </a:ext>
            </a:extLst>
          </p:cNvPr>
          <p:cNvGraphicFramePr>
            <a:graphicFrameLocks noGrp="1"/>
          </p:cNvGraphicFramePr>
          <p:nvPr>
            <p:extLst>
              <p:ext uri="{D42A27DB-BD31-4B8C-83A1-F6EECF244321}">
                <p14:modId xmlns:p14="http://schemas.microsoft.com/office/powerpoint/2010/main" val="172793476"/>
              </p:ext>
            </p:extLst>
          </p:nvPr>
        </p:nvGraphicFramePr>
        <p:xfrm>
          <a:off x="6286502" y="2321923"/>
          <a:ext cx="4967769" cy="3712921"/>
        </p:xfrm>
        <a:graphic>
          <a:graphicData uri="http://schemas.openxmlformats.org/drawingml/2006/table">
            <a:tbl>
              <a:tblPr/>
              <a:tblGrid>
                <a:gridCol w="1655923">
                  <a:extLst>
                    <a:ext uri="{9D8B030D-6E8A-4147-A177-3AD203B41FA5}">
                      <a16:colId xmlns:a16="http://schemas.microsoft.com/office/drawing/2014/main" val="1839131120"/>
                    </a:ext>
                  </a:extLst>
                </a:gridCol>
                <a:gridCol w="1655923">
                  <a:extLst>
                    <a:ext uri="{9D8B030D-6E8A-4147-A177-3AD203B41FA5}">
                      <a16:colId xmlns:a16="http://schemas.microsoft.com/office/drawing/2014/main" val="1816357493"/>
                    </a:ext>
                  </a:extLst>
                </a:gridCol>
                <a:gridCol w="1655923">
                  <a:extLst>
                    <a:ext uri="{9D8B030D-6E8A-4147-A177-3AD203B41FA5}">
                      <a16:colId xmlns:a16="http://schemas.microsoft.com/office/drawing/2014/main" val="2873818328"/>
                    </a:ext>
                  </a:extLst>
                </a:gridCol>
              </a:tblGrid>
              <a:tr h="392331">
                <a:tc>
                  <a:txBody>
                    <a:bodyPr/>
                    <a:lstStyle/>
                    <a:p>
                      <a:pPr algn="l" fontAlgn="b">
                        <a:buNone/>
                      </a:pPr>
                      <a:r>
                        <a:rPr lang="en-US" sz="1600" b="1">
                          <a:solidFill>
                            <a:schemeClr val="bg1"/>
                          </a:solidFill>
                          <a:effectLst/>
                        </a:rPr>
                        <a:t>Technique</a:t>
                      </a:r>
                    </a:p>
                  </a:txBody>
                  <a:tcPr marL="66944" marR="66944" marT="33472" marB="33472" anchor="b">
                    <a:lnL w="9525" cap="flat" cmpd="sng" algn="ctr">
                      <a:solidFill>
                        <a:srgbClr val="A014F5"/>
                      </a:solidFill>
                      <a:prstDash val="solid"/>
                      <a:round/>
                      <a:headEnd type="none" w="med" len="med"/>
                      <a:tailEnd type="none" w="med" len="med"/>
                    </a:lnL>
                    <a:lnR w="9525" cap="flat" cmpd="sng" algn="ctr">
                      <a:solidFill>
                        <a:srgbClr val="A017F5"/>
                      </a:solidFill>
                      <a:prstDash val="solid"/>
                      <a:round/>
                      <a:headEnd type="none" w="med" len="med"/>
                      <a:tailEnd type="none" w="med" len="med"/>
                    </a:lnR>
                    <a:lnT w="9525" cap="flat" cmpd="sng" algn="ctr">
                      <a:solidFill>
                        <a:srgbClr val="A014F5"/>
                      </a:solidFill>
                      <a:prstDash val="solid"/>
                      <a:round/>
                      <a:headEnd type="none" w="med" len="med"/>
                      <a:tailEnd type="none" w="med" len="med"/>
                    </a:lnT>
                    <a:lnB w="9525" cap="flat" cmpd="sng" algn="ctr">
                      <a:solidFill>
                        <a:srgbClr val="A017F5"/>
                      </a:solidFill>
                      <a:prstDash val="solid"/>
                      <a:round/>
                      <a:headEnd type="none" w="med" len="med"/>
                      <a:tailEnd type="none" w="med" len="med"/>
                    </a:lnB>
                    <a:noFill/>
                  </a:tcPr>
                </a:tc>
                <a:tc>
                  <a:txBody>
                    <a:bodyPr/>
                    <a:lstStyle/>
                    <a:p>
                      <a:pPr algn="l" fontAlgn="b">
                        <a:buNone/>
                      </a:pPr>
                      <a:r>
                        <a:rPr lang="en-US" sz="1600" b="1">
                          <a:solidFill>
                            <a:schemeClr val="bg1"/>
                          </a:solidFill>
                          <a:effectLst/>
                        </a:rPr>
                        <a:t>Implementation</a:t>
                      </a:r>
                    </a:p>
                  </a:txBody>
                  <a:tcPr marL="66944" marR="66944" marT="33472" marB="33472" anchor="b">
                    <a:lnL w="9525" cap="flat" cmpd="sng" algn="ctr">
                      <a:solidFill>
                        <a:srgbClr val="A017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A017F5"/>
                      </a:solidFill>
                      <a:prstDash val="solid"/>
                      <a:round/>
                      <a:headEnd type="none" w="med" len="med"/>
                      <a:tailEnd type="none" w="med" len="med"/>
                    </a:lnT>
                    <a:lnB w="9525" cap="flat" cmpd="sng" algn="ctr">
                      <a:solidFill>
                        <a:srgbClr val="3033F5"/>
                      </a:solidFill>
                      <a:prstDash val="solid"/>
                      <a:round/>
                      <a:headEnd type="none" w="med" len="med"/>
                      <a:tailEnd type="none" w="med" len="med"/>
                    </a:lnB>
                    <a:noFill/>
                  </a:tcPr>
                </a:tc>
                <a:tc>
                  <a:txBody>
                    <a:bodyPr/>
                    <a:lstStyle/>
                    <a:p>
                      <a:pPr algn="l" fontAlgn="b">
                        <a:buNone/>
                      </a:pPr>
                      <a:r>
                        <a:rPr lang="en-US" sz="1600" b="1">
                          <a:solidFill>
                            <a:schemeClr val="bg1"/>
                          </a:solidFill>
                          <a:effectLst/>
                        </a:rPr>
                        <a:t>Purpose</a:t>
                      </a:r>
                    </a:p>
                  </a:txBody>
                  <a:tcPr marL="66944" marR="66944" marT="33472" marB="33472" anchor="b">
                    <a:lnL w="9525" cap="flat" cmpd="sng" algn="ctr">
                      <a:solidFill>
                        <a:srgbClr val="A014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A014F5"/>
                      </a:solidFill>
                      <a:prstDash val="solid"/>
                      <a:round/>
                      <a:headEnd type="none" w="med" len="med"/>
                      <a:tailEnd type="none" w="med" len="med"/>
                    </a:lnT>
                    <a:lnB w="9525" cap="flat" cmpd="sng" algn="ctr">
                      <a:solidFill>
                        <a:srgbClr val="A014F5"/>
                      </a:solidFill>
                      <a:prstDash val="solid"/>
                      <a:round/>
                      <a:headEnd type="none" w="med" len="med"/>
                      <a:tailEnd type="none" w="med" len="med"/>
                    </a:lnB>
                    <a:noFill/>
                  </a:tcPr>
                </a:tc>
                <a:extLst>
                  <a:ext uri="{0D108BD9-81ED-4DB2-BD59-A6C34878D82A}">
                    <a16:rowId xmlns:a16="http://schemas.microsoft.com/office/drawing/2014/main" val="61092147"/>
                  </a:ext>
                </a:extLst>
              </a:tr>
              <a:tr h="728614">
                <a:tc>
                  <a:txBody>
                    <a:bodyPr/>
                    <a:lstStyle/>
                    <a:p>
                      <a:pPr algn="l" fontAlgn="base">
                        <a:buNone/>
                      </a:pPr>
                      <a:r>
                        <a:rPr lang="en-US" sz="1600" b="1">
                          <a:solidFill>
                            <a:schemeClr val="bg1"/>
                          </a:solidFill>
                          <a:effectLst/>
                        </a:rPr>
                        <a:t>Temporal Masking</a:t>
                      </a:r>
                      <a:endParaRPr lang="en-US" sz="1600">
                        <a:solidFill>
                          <a:schemeClr val="bg1"/>
                        </a:solidFill>
                        <a:effectLst/>
                      </a:endParaRPr>
                    </a:p>
                  </a:txBody>
                  <a:tcPr marL="66944" marR="66944" marT="33472" marB="33472" anchor="ctr">
                    <a:lnL w="9525" cap="flat" cmpd="sng" algn="ctr">
                      <a:solidFill>
                        <a:srgbClr val="A017F5"/>
                      </a:solidFill>
                      <a:prstDash val="solid"/>
                      <a:round/>
                      <a:headEnd type="none" w="med" len="med"/>
                      <a:tailEnd type="none" w="med" len="med"/>
                    </a:lnL>
                    <a:lnR w="9525" cap="flat" cmpd="sng" algn="ctr">
                      <a:solidFill>
                        <a:srgbClr val="3033F5"/>
                      </a:solidFill>
                      <a:prstDash val="solid"/>
                      <a:round/>
                      <a:headEnd type="none" w="med" len="med"/>
                      <a:tailEnd type="none" w="med" len="med"/>
                    </a:lnR>
                    <a:lnT w="9525" cap="flat" cmpd="sng" algn="ctr">
                      <a:solidFill>
                        <a:srgbClr val="A017F5"/>
                      </a:solidFill>
                      <a:prstDash val="solid"/>
                      <a:round/>
                      <a:headEnd type="none" w="med" len="med"/>
                      <a:tailEnd type="none" w="med" len="med"/>
                    </a:lnT>
                    <a:lnB w="9525" cap="flat" cmpd="sng" algn="ctr">
                      <a:solidFill>
                        <a:srgbClr val="3033F5"/>
                      </a:solidFill>
                      <a:prstDash val="solid"/>
                      <a:round/>
                      <a:headEnd type="none" w="med" len="med"/>
                      <a:tailEnd type="none" w="med" len="med"/>
                    </a:lnB>
                    <a:noFill/>
                  </a:tcPr>
                </a:tc>
                <a:tc>
                  <a:txBody>
                    <a:bodyPr/>
                    <a:lstStyle/>
                    <a:p>
                      <a:pPr algn="l" fontAlgn="base">
                        <a:buNone/>
                      </a:pPr>
                      <a:r>
                        <a:rPr lang="en-US" sz="1600" dirty="0">
                          <a:solidFill>
                            <a:schemeClr val="bg1"/>
                          </a:solidFill>
                          <a:effectLst/>
                        </a:rPr>
                        <a:t>15% of timesteps set to 0</a:t>
                      </a:r>
                    </a:p>
                  </a:txBody>
                  <a:tcPr marL="66944" marR="66944" marT="33472" marB="33472" anchor="ctr">
                    <a:lnL w="9525" cap="flat" cmpd="sng" algn="ctr">
                      <a:solidFill>
                        <a:srgbClr val="3033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3033F5"/>
                      </a:solidFill>
                      <a:prstDash val="solid"/>
                      <a:round/>
                      <a:headEnd type="none" w="med" len="med"/>
                      <a:tailEnd type="none" w="med" len="med"/>
                    </a:lnT>
                    <a:lnB w="9525" cap="flat" cmpd="sng" algn="ctr">
                      <a:solidFill>
                        <a:srgbClr val="A017F5"/>
                      </a:solidFill>
                      <a:prstDash val="solid"/>
                      <a:round/>
                      <a:headEnd type="none" w="med" len="med"/>
                      <a:tailEnd type="none" w="med" len="med"/>
                    </a:lnB>
                    <a:noFill/>
                  </a:tcPr>
                </a:tc>
                <a:tc>
                  <a:txBody>
                    <a:bodyPr/>
                    <a:lstStyle/>
                    <a:p>
                      <a:pPr algn="l" fontAlgn="base">
                        <a:buNone/>
                      </a:pPr>
                      <a:r>
                        <a:rPr lang="en-US" sz="1600">
                          <a:solidFill>
                            <a:schemeClr val="bg1"/>
                          </a:solidFill>
                          <a:effectLst/>
                        </a:rPr>
                        <a:t>Prevents over-reliance on timing</a:t>
                      </a:r>
                    </a:p>
                  </a:txBody>
                  <a:tcPr marL="66944" marR="66944" marT="33472" marB="33472" anchor="ctr">
                    <a:lnL w="9525" cap="flat" cmpd="sng" algn="ctr">
                      <a:solidFill>
                        <a:srgbClr val="A014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A014F5"/>
                      </a:solidFill>
                      <a:prstDash val="solid"/>
                      <a:round/>
                      <a:headEnd type="none" w="med" len="med"/>
                      <a:tailEnd type="none" w="med" len="med"/>
                    </a:lnT>
                    <a:lnB w="9525" cap="flat" cmpd="sng" algn="ctr">
                      <a:solidFill>
                        <a:srgbClr val="F02DF5"/>
                      </a:solidFill>
                      <a:prstDash val="solid"/>
                      <a:round/>
                      <a:headEnd type="none" w="med" len="med"/>
                      <a:tailEnd type="none" w="med" len="med"/>
                    </a:lnB>
                    <a:noFill/>
                  </a:tcPr>
                </a:tc>
                <a:extLst>
                  <a:ext uri="{0D108BD9-81ED-4DB2-BD59-A6C34878D82A}">
                    <a16:rowId xmlns:a16="http://schemas.microsoft.com/office/drawing/2014/main" val="3530067092"/>
                  </a:ext>
                </a:extLst>
              </a:tr>
              <a:tr h="896756">
                <a:tc>
                  <a:txBody>
                    <a:bodyPr/>
                    <a:lstStyle/>
                    <a:p>
                      <a:pPr algn="l" fontAlgn="base">
                        <a:buNone/>
                      </a:pPr>
                      <a:r>
                        <a:rPr lang="en-US" sz="1600" b="1">
                          <a:solidFill>
                            <a:schemeClr val="bg1"/>
                          </a:solidFill>
                          <a:effectLst/>
                        </a:rPr>
                        <a:t>Channel Masking</a:t>
                      </a:r>
                      <a:endParaRPr lang="en-US" sz="1600">
                        <a:solidFill>
                          <a:schemeClr val="bg1"/>
                        </a:solidFill>
                        <a:effectLst/>
                      </a:endParaRPr>
                    </a:p>
                  </a:txBody>
                  <a:tcPr marL="66944" marR="66944" marT="33472" marB="33472" anchor="ctr">
                    <a:lnL w="9525" cap="flat" cmpd="sng" algn="ctr">
                      <a:solidFill>
                        <a:srgbClr val="3033F5"/>
                      </a:solidFill>
                      <a:prstDash val="solid"/>
                      <a:round/>
                      <a:headEnd type="none" w="med" len="med"/>
                      <a:tailEnd type="none" w="med" len="med"/>
                    </a:lnL>
                    <a:lnR w="9525" cap="flat" cmpd="sng" algn="ctr">
                      <a:solidFill>
                        <a:srgbClr val="A017F5"/>
                      </a:solidFill>
                      <a:prstDash val="solid"/>
                      <a:round/>
                      <a:headEnd type="none" w="med" len="med"/>
                      <a:tailEnd type="none" w="med" len="med"/>
                    </a:lnR>
                    <a:lnT w="9525" cap="flat" cmpd="sng" algn="ctr">
                      <a:solidFill>
                        <a:srgbClr val="3033F5"/>
                      </a:solidFill>
                      <a:prstDash val="solid"/>
                      <a:round/>
                      <a:headEnd type="none" w="med" len="med"/>
                      <a:tailEnd type="none" w="med" len="med"/>
                    </a:lnT>
                    <a:lnB w="9525" cap="flat" cmpd="sng" algn="ctr">
                      <a:solidFill>
                        <a:srgbClr val="A017F5"/>
                      </a:solidFill>
                      <a:prstDash val="solid"/>
                      <a:round/>
                      <a:headEnd type="none" w="med" len="med"/>
                      <a:tailEnd type="none" w="med" len="med"/>
                    </a:lnB>
                    <a:noFill/>
                  </a:tcPr>
                </a:tc>
                <a:tc>
                  <a:txBody>
                    <a:bodyPr/>
                    <a:lstStyle/>
                    <a:p>
                      <a:pPr algn="l" fontAlgn="base">
                        <a:buNone/>
                      </a:pPr>
                      <a:r>
                        <a:rPr lang="en-US" sz="1600">
                          <a:solidFill>
                            <a:schemeClr val="bg1"/>
                          </a:solidFill>
                          <a:effectLst/>
                        </a:rPr>
                        <a:t>15% of channels set to 0</a:t>
                      </a:r>
                    </a:p>
                  </a:txBody>
                  <a:tcPr marL="66944" marR="66944" marT="33472" marB="33472" anchor="ctr">
                    <a:lnL w="9525" cap="flat" cmpd="sng" algn="ctr">
                      <a:solidFill>
                        <a:srgbClr val="A017F5"/>
                      </a:solidFill>
                      <a:prstDash val="solid"/>
                      <a:round/>
                      <a:headEnd type="none" w="med" len="med"/>
                      <a:tailEnd type="none" w="med" len="med"/>
                    </a:lnL>
                    <a:lnR w="9525" cap="flat" cmpd="sng" algn="ctr">
                      <a:solidFill>
                        <a:srgbClr val="F02DF5"/>
                      </a:solidFill>
                      <a:prstDash val="solid"/>
                      <a:round/>
                      <a:headEnd type="none" w="med" len="med"/>
                      <a:tailEnd type="none" w="med" len="med"/>
                    </a:lnR>
                    <a:lnT w="9525" cap="flat" cmpd="sng" algn="ctr">
                      <a:solidFill>
                        <a:srgbClr val="A017F5"/>
                      </a:solidFill>
                      <a:prstDash val="solid"/>
                      <a:round/>
                      <a:headEnd type="none" w="med" len="med"/>
                      <a:tailEnd type="none" w="med" len="med"/>
                    </a:lnT>
                    <a:lnB w="9525" cap="flat" cmpd="sng" algn="ctr">
                      <a:solidFill>
                        <a:srgbClr val="3033F5"/>
                      </a:solidFill>
                      <a:prstDash val="solid"/>
                      <a:round/>
                      <a:headEnd type="none" w="med" len="med"/>
                      <a:tailEnd type="none" w="med" len="med"/>
                    </a:lnB>
                    <a:noFill/>
                  </a:tcPr>
                </a:tc>
                <a:tc>
                  <a:txBody>
                    <a:bodyPr/>
                    <a:lstStyle/>
                    <a:p>
                      <a:pPr algn="l" fontAlgn="base">
                        <a:buNone/>
                      </a:pPr>
                      <a:r>
                        <a:rPr lang="en-US" sz="1600">
                          <a:solidFill>
                            <a:schemeClr val="bg1"/>
                          </a:solidFill>
                          <a:effectLst/>
                        </a:rPr>
                        <a:t>Prevents dependence on specific neurons</a:t>
                      </a:r>
                    </a:p>
                  </a:txBody>
                  <a:tcPr marL="66944" marR="66944" marT="33472" marB="33472" anchor="ctr">
                    <a:lnL w="9525" cap="flat" cmpd="sng" algn="ctr">
                      <a:solidFill>
                        <a:srgbClr val="F02DF5"/>
                      </a:solidFill>
                      <a:prstDash val="solid"/>
                      <a:round/>
                      <a:headEnd type="none" w="med" len="med"/>
                      <a:tailEnd type="none" w="med" len="med"/>
                    </a:lnL>
                    <a:lnR w="9525" cap="flat" cmpd="sng" algn="ctr">
                      <a:solidFill>
                        <a:srgbClr val="F02DF5"/>
                      </a:solidFill>
                      <a:prstDash val="solid"/>
                      <a:round/>
                      <a:headEnd type="none" w="med" len="med"/>
                      <a:tailEnd type="none" w="med" len="med"/>
                    </a:lnR>
                    <a:lnT w="9525" cap="flat" cmpd="sng" algn="ctr">
                      <a:solidFill>
                        <a:srgbClr val="F02DF5"/>
                      </a:solidFill>
                      <a:prstDash val="solid"/>
                      <a:round/>
                      <a:headEnd type="none" w="med" len="med"/>
                      <a:tailEnd type="none" w="med" len="med"/>
                    </a:lnT>
                    <a:lnB w="9525" cap="flat" cmpd="sng" algn="ctr">
                      <a:solidFill>
                        <a:srgbClr val="A014F5"/>
                      </a:solidFill>
                      <a:prstDash val="solid"/>
                      <a:round/>
                      <a:headEnd type="none" w="med" len="med"/>
                      <a:tailEnd type="none" w="med" len="med"/>
                    </a:lnB>
                    <a:noFill/>
                  </a:tcPr>
                </a:tc>
                <a:extLst>
                  <a:ext uri="{0D108BD9-81ED-4DB2-BD59-A6C34878D82A}">
                    <a16:rowId xmlns:a16="http://schemas.microsoft.com/office/drawing/2014/main" val="1575152052"/>
                  </a:ext>
                </a:extLst>
              </a:tr>
              <a:tr h="728614">
                <a:tc>
                  <a:txBody>
                    <a:bodyPr/>
                    <a:lstStyle/>
                    <a:p>
                      <a:pPr algn="l" fontAlgn="base">
                        <a:buNone/>
                      </a:pPr>
                      <a:r>
                        <a:rPr lang="en-US" sz="1600" b="1">
                          <a:solidFill>
                            <a:schemeClr val="bg1"/>
                          </a:solidFill>
                          <a:effectLst/>
                        </a:rPr>
                        <a:t>Gaussian Smoothing</a:t>
                      </a:r>
                      <a:endParaRPr lang="en-US" sz="1600">
                        <a:solidFill>
                          <a:schemeClr val="bg1"/>
                        </a:solidFill>
                        <a:effectLst/>
                      </a:endParaRPr>
                    </a:p>
                  </a:txBody>
                  <a:tcPr marL="66944" marR="66944" marT="33472" marB="33472" anchor="ctr">
                    <a:lnL w="9525" cap="flat" cmpd="sng" algn="ctr">
                      <a:solidFill>
                        <a:srgbClr val="A017F5"/>
                      </a:solidFill>
                      <a:prstDash val="solid"/>
                      <a:round/>
                      <a:headEnd type="none" w="med" len="med"/>
                      <a:tailEnd type="none" w="med" len="med"/>
                    </a:lnL>
                    <a:lnR w="9525" cap="flat" cmpd="sng" algn="ctr">
                      <a:solidFill>
                        <a:srgbClr val="3033F5"/>
                      </a:solidFill>
                      <a:prstDash val="solid"/>
                      <a:round/>
                      <a:headEnd type="none" w="med" len="med"/>
                      <a:tailEnd type="none" w="med" len="med"/>
                    </a:lnR>
                    <a:lnT w="9525" cap="flat" cmpd="sng" algn="ctr">
                      <a:solidFill>
                        <a:srgbClr val="A017F5"/>
                      </a:solidFill>
                      <a:prstDash val="solid"/>
                      <a:round/>
                      <a:headEnd type="none" w="med" len="med"/>
                      <a:tailEnd type="none" w="med" len="med"/>
                    </a:lnT>
                    <a:lnB w="9525" cap="flat" cmpd="sng" algn="ctr">
                      <a:solidFill>
                        <a:srgbClr val="3033F5"/>
                      </a:solidFill>
                      <a:prstDash val="solid"/>
                      <a:round/>
                      <a:headEnd type="none" w="med" len="med"/>
                      <a:tailEnd type="none" w="med" len="med"/>
                    </a:lnB>
                    <a:noFill/>
                  </a:tcPr>
                </a:tc>
                <a:tc>
                  <a:txBody>
                    <a:bodyPr/>
                    <a:lstStyle/>
                    <a:p>
                      <a:pPr algn="l" fontAlgn="base">
                        <a:buNone/>
                      </a:pPr>
                      <a:r>
                        <a:rPr lang="el-GR" sz="1600">
                          <a:solidFill>
                            <a:schemeClr val="bg1"/>
                          </a:solidFill>
                          <a:effectLst/>
                        </a:rPr>
                        <a:t>σ=30</a:t>
                      </a:r>
                      <a:r>
                        <a:rPr lang="en-US" sz="1600">
                          <a:solidFill>
                            <a:schemeClr val="bg1"/>
                          </a:solidFill>
                          <a:effectLst/>
                        </a:rPr>
                        <a:t>ms kernel</a:t>
                      </a:r>
                    </a:p>
                  </a:txBody>
                  <a:tcPr marL="66944" marR="66944" marT="33472" marB="33472" anchor="ctr">
                    <a:lnL w="9525" cap="flat" cmpd="sng" algn="ctr">
                      <a:solidFill>
                        <a:srgbClr val="3033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3033F5"/>
                      </a:solidFill>
                      <a:prstDash val="solid"/>
                      <a:round/>
                      <a:headEnd type="none" w="med" len="med"/>
                      <a:tailEnd type="none" w="med" len="med"/>
                    </a:lnT>
                    <a:lnB w="9525" cap="flat" cmpd="sng" algn="ctr">
                      <a:solidFill>
                        <a:srgbClr val="A017F5"/>
                      </a:solidFill>
                      <a:prstDash val="solid"/>
                      <a:round/>
                      <a:headEnd type="none" w="med" len="med"/>
                      <a:tailEnd type="none" w="med" len="med"/>
                    </a:lnB>
                    <a:noFill/>
                  </a:tcPr>
                </a:tc>
                <a:tc>
                  <a:txBody>
                    <a:bodyPr/>
                    <a:lstStyle/>
                    <a:p>
                      <a:pPr algn="l" fontAlgn="base">
                        <a:buNone/>
                      </a:pPr>
                      <a:r>
                        <a:rPr lang="en-US" sz="1600">
                          <a:solidFill>
                            <a:schemeClr val="bg1"/>
                          </a:solidFill>
                          <a:effectLst/>
                        </a:rPr>
                        <a:t>Reduces spike jitter noise</a:t>
                      </a:r>
                    </a:p>
                  </a:txBody>
                  <a:tcPr marL="66944" marR="66944" marT="33472" marB="33472" anchor="ctr">
                    <a:lnL w="9525" cap="flat" cmpd="sng" algn="ctr">
                      <a:solidFill>
                        <a:srgbClr val="A014F5"/>
                      </a:solidFill>
                      <a:prstDash val="solid"/>
                      <a:round/>
                      <a:headEnd type="none" w="med" len="med"/>
                      <a:tailEnd type="none" w="med" len="med"/>
                    </a:lnL>
                    <a:lnR w="9525" cap="flat" cmpd="sng" algn="ctr">
                      <a:solidFill>
                        <a:srgbClr val="A014F5"/>
                      </a:solidFill>
                      <a:prstDash val="solid"/>
                      <a:round/>
                      <a:headEnd type="none" w="med" len="med"/>
                      <a:tailEnd type="none" w="med" len="med"/>
                    </a:lnR>
                    <a:lnT w="9525" cap="flat" cmpd="sng" algn="ctr">
                      <a:solidFill>
                        <a:srgbClr val="A014F5"/>
                      </a:solidFill>
                      <a:prstDash val="solid"/>
                      <a:round/>
                      <a:headEnd type="none" w="med" len="med"/>
                      <a:tailEnd type="none" w="med" len="med"/>
                    </a:lnT>
                    <a:lnB w="9525" cap="flat" cmpd="sng" algn="ctr">
                      <a:solidFill>
                        <a:srgbClr val="F02DF5"/>
                      </a:solidFill>
                      <a:prstDash val="solid"/>
                      <a:round/>
                      <a:headEnd type="none" w="med" len="med"/>
                      <a:tailEnd type="none" w="med" len="med"/>
                    </a:lnB>
                    <a:noFill/>
                  </a:tcPr>
                </a:tc>
                <a:extLst>
                  <a:ext uri="{0D108BD9-81ED-4DB2-BD59-A6C34878D82A}">
                    <a16:rowId xmlns:a16="http://schemas.microsoft.com/office/drawing/2014/main" val="1503789078"/>
                  </a:ext>
                </a:extLst>
              </a:tr>
              <a:tr h="896756">
                <a:tc>
                  <a:txBody>
                    <a:bodyPr/>
                    <a:lstStyle/>
                    <a:p>
                      <a:pPr algn="l" fontAlgn="base">
                        <a:buNone/>
                      </a:pPr>
                      <a:r>
                        <a:rPr lang="en-US" sz="1600" b="1">
                          <a:solidFill>
                            <a:schemeClr val="bg1"/>
                          </a:solidFill>
                          <a:effectLst/>
                        </a:rPr>
                        <a:t>Time Shift</a:t>
                      </a:r>
                      <a:endParaRPr lang="en-US" sz="1600">
                        <a:solidFill>
                          <a:schemeClr val="bg1"/>
                        </a:solidFill>
                        <a:effectLst/>
                      </a:endParaRPr>
                    </a:p>
                  </a:txBody>
                  <a:tcPr marL="66944" marR="66944" marT="33472" marB="33472" anchor="ctr">
                    <a:lnL w="9525" cap="flat" cmpd="sng" algn="ctr">
                      <a:solidFill>
                        <a:srgbClr val="3033F5"/>
                      </a:solidFill>
                      <a:prstDash val="solid"/>
                      <a:round/>
                      <a:headEnd type="none" w="med" len="med"/>
                      <a:tailEnd type="none" w="med" len="med"/>
                    </a:lnL>
                    <a:lnR w="9525" cap="flat" cmpd="sng" algn="ctr">
                      <a:solidFill>
                        <a:srgbClr val="A017F5"/>
                      </a:solidFill>
                      <a:prstDash val="solid"/>
                      <a:round/>
                      <a:headEnd type="none" w="med" len="med"/>
                      <a:tailEnd type="none" w="med" len="med"/>
                    </a:lnR>
                    <a:lnT w="9525" cap="flat" cmpd="sng" algn="ctr">
                      <a:solidFill>
                        <a:srgbClr val="3033F5"/>
                      </a:solidFill>
                      <a:prstDash val="solid"/>
                      <a:round/>
                      <a:headEnd type="none" w="med" len="med"/>
                      <a:tailEnd type="none" w="med" len="med"/>
                    </a:lnT>
                    <a:lnB w="9525" cap="flat" cmpd="sng" algn="ctr">
                      <a:solidFill>
                        <a:srgbClr val="3033F5"/>
                      </a:solidFill>
                      <a:prstDash val="solid"/>
                      <a:round/>
                      <a:headEnd type="none" w="med" len="med"/>
                      <a:tailEnd type="none" w="med" len="med"/>
                    </a:lnB>
                    <a:noFill/>
                  </a:tcPr>
                </a:tc>
                <a:tc>
                  <a:txBody>
                    <a:bodyPr/>
                    <a:lstStyle/>
                    <a:p>
                      <a:pPr algn="l" fontAlgn="base">
                        <a:buNone/>
                      </a:pPr>
                      <a:r>
                        <a:rPr lang="en-US" sz="1600" dirty="0">
                          <a:solidFill>
                            <a:schemeClr val="bg1"/>
                          </a:solidFill>
                          <a:effectLst/>
                        </a:rPr>
                        <a:t>±5% for TTA</a:t>
                      </a:r>
                    </a:p>
                  </a:txBody>
                  <a:tcPr marL="66944" marR="66944" marT="33472" marB="33472" anchor="ctr">
                    <a:lnL w="9525" cap="flat" cmpd="sng" algn="ctr">
                      <a:solidFill>
                        <a:srgbClr val="A017F5"/>
                      </a:solidFill>
                      <a:prstDash val="solid"/>
                      <a:round/>
                      <a:headEnd type="none" w="med" len="med"/>
                      <a:tailEnd type="none" w="med" len="med"/>
                    </a:lnL>
                    <a:lnR w="9525" cap="flat" cmpd="sng" algn="ctr">
                      <a:solidFill>
                        <a:srgbClr val="F02DF5"/>
                      </a:solidFill>
                      <a:prstDash val="solid"/>
                      <a:round/>
                      <a:headEnd type="none" w="med" len="med"/>
                      <a:tailEnd type="none" w="med" len="med"/>
                    </a:lnR>
                    <a:lnT w="9525" cap="flat" cmpd="sng" algn="ctr">
                      <a:solidFill>
                        <a:srgbClr val="A017F5"/>
                      </a:solidFill>
                      <a:prstDash val="solid"/>
                      <a:round/>
                      <a:headEnd type="none" w="med" len="med"/>
                      <a:tailEnd type="none" w="med" len="med"/>
                    </a:lnT>
                    <a:lnB w="9525" cap="flat" cmpd="sng" algn="ctr">
                      <a:solidFill>
                        <a:srgbClr val="A017F5"/>
                      </a:solidFill>
                      <a:prstDash val="solid"/>
                      <a:round/>
                      <a:headEnd type="none" w="med" len="med"/>
                      <a:tailEnd type="none" w="med" len="med"/>
                    </a:lnB>
                    <a:noFill/>
                  </a:tcPr>
                </a:tc>
                <a:tc>
                  <a:txBody>
                    <a:bodyPr/>
                    <a:lstStyle/>
                    <a:p>
                      <a:pPr algn="l" fontAlgn="base">
                        <a:buNone/>
                      </a:pPr>
                      <a:r>
                        <a:rPr lang="en-US" sz="1600" dirty="0">
                          <a:solidFill>
                            <a:schemeClr val="bg1"/>
                          </a:solidFill>
                          <a:effectLst/>
                        </a:rPr>
                        <a:t>Test-time augmentation for robustness</a:t>
                      </a:r>
                    </a:p>
                  </a:txBody>
                  <a:tcPr marL="66944" marR="66944" marT="33472" marB="33472" anchor="ctr">
                    <a:lnL w="9525" cap="flat" cmpd="sng" algn="ctr">
                      <a:solidFill>
                        <a:srgbClr val="F02DF5"/>
                      </a:solidFill>
                      <a:prstDash val="solid"/>
                      <a:round/>
                      <a:headEnd type="none" w="med" len="med"/>
                      <a:tailEnd type="none" w="med" len="med"/>
                    </a:lnL>
                    <a:lnR w="9525" cap="flat" cmpd="sng" algn="ctr">
                      <a:solidFill>
                        <a:srgbClr val="F02DF5"/>
                      </a:solidFill>
                      <a:prstDash val="solid"/>
                      <a:round/>
                      <a:headEnd type="none" w="med" len="med"/>
                      <a:tailEnd type="none" w="med" len="med"/>
                    </a:lnR>
                    <a:lnT w="9525" cap="flat" cmpd="sng" algn="ctr">
                      <a:solidFill>
                        <a:srgbClr val="F02DF5"/>
                      </a:solidFill>
                      <a:prstDash val="solid"/>
                      <a:round/>
                      <a:headEnd type="none" w="med" len="med"/>
                      <a:tailEnd type="none" w="med" len="med"/>
                    </a:lnT>
                    <a:lnB w="9525" cap="flat" cmpd="sng" algn="ctr">
                      <a:solidFill>
                        <a:srgbClr val="F02DF5"/>
                      </a:solidFill>
                      <a:prstDash val="solid"/>
                      <a:round/>
                      <a:headEnd type="none" w="med" len="med"/>
                      <a:tailEnd type="none" w="med" len="med"/>
                    </a:lnB>
                    <a:noFill/>
                  </a:tcPr>
                </a:tc>
                <a:extLst>
                  <a:ext uri="{0D108BD9-81ED-4DB2-BD59-A6C34878D82A}">
                    <a16:rowId xmlns:a16="http://schemas.microsoft.com/office/drawing/2014/main" val="3413749773"/>
                  </a:ext>
                </a:extLst>
              </a:tr>
            </a:tbl>
          </a:graphicData>
        </a:graphic>
      </p:graphicFrame>
    </p:spTree>
    <p:extLst>
      <p:ext uri="{BB962C8B-B14F-4D97-AF65-F5344CB8AC3E}">
        <p14:creationId xmlns:p14="http://schemas.microsoft.com/office/powerpoint/2010/main" val="1696792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9B5322-C8CF-48F2-09DD-8028E24AE855}"/>
              </a:ext>
            </a:extLst>
          </p:cNvPr>
          <p:cNvSpPr>
            <a:spLocks noGrp="1"/>
          </p:cNvSpPr>
          <p:nvPr>
            <p:ph type="title"/>
          </p:nvPr>
        </p:nvSpPr>
        <p:spPr>
          <a:xfrm>
            <a:off x="1028700" y="999068"/>
            <a:ext cx="10096500" cy="645284"/>
          </a:xfrm>
        </p:spPr>
        <p:txBody>
          <a:bodyPr anchor="b">
            <a:normAutofit/>
          </a:bodyPr>
          <a:lstStyle/>
          <a:p>
            <a:r>
              <a:rPr lang="en-US" dirty="0"/>
              <a:t>Training Optimizations</a:t>
            </a:r>
          </a:p>
        </p:txBody>
      </p:sp>
      <p:sp>
        <p:nvSpPr>
          <p:cNvPr id="4" name="Date Placeholder 3">
            <a:extLst>
              <a:ext uri="{FF2B5EF4-FFF2-40B4-BE49-F238E27FC236}">
                <a16:creationId xmlns:a16="http://schemas.microsoft.com/office/drawing/2014/main" id="{3F93164F-661E-13B6-B2A9-9809409210BD}"/>
              </a:ext>
            </a:extLst>
          </p:cNvPr>
          <p:cNvSpPr>
            <a:spLocks noGrp="1"/>
          </p:cNvSpPr>
          <p:nvPr>
            <p:ph type="dt" sz="half" idx="11"/>
          </p:nvPr>
        </p:nvSpPr>
        <p:spPr>
          <a:xfrm>
            <a:off x="9830818" y="6292334"/>
            <a:ext cx="1522982" cy="182880"/>
          </a:xfrm>
        </p:spPr>
        <p:txBody>
          <a:bodyPr anchor="ctr">
            <a:normAutofit/>
          </a:bodyPr>
          <a:lstStyle/>
          <a:p>
            <a:pPr>
              <a:lnSpc>
                <a:spcPct val="90000"/>
              </a:lnSpc>
              <a:spcAft>
                <a:spcPts val="600"/>
              </a:spcAft>
            </a:pPr>
            <a:r>
              <a:rPr lang="en-US" sz="600" dirty="0"/>
              <a:t>September 3, 20XX </a:t>
            </a:r>
          </a:p>
        </p:txBody>
      </p:sp>
      <p:sp>
        <p:nvSpPr>
          <p:cNvPr id="6" name="Slide Number Placeholder 5">
            <a:extLst>
              <a:ext uri="{FF2B5EF4-FFF2-40B4-BE49-F238E27FC236}">
                <a16:creationId xmlns:a16="http://schemas.microsoft.com/office/drawing/2014/main" id="{D0D2AC83-3435-B740-4652-F9A1F2076C0B}"/>
              </a:ext>
            </a:extLst>
          </p:cNvPr>
          <p:cNvSpPr>
            <a:spLocks noGrp="1"/>
          </p:cNvSpPr>
          <p:nvPr>
            <p:ph type="sldNum" sz="quarter" idx="13"/>
          </p:nvPr>
        </p:nvSpPr>
        <p:spPr>
          <a:xfrm>
            <a:off x="11493500" y="6292334"/>
            <a:ext cx="412750" cy="182880"/>
          </a:xfrm>
        </p:spPr>
        <p:txBody>
          <a:bodyPr anchor="ctr">
            <a:normAutofit/>
          </a:bodyPr>
          <a:lstStyle/>
          <a:p>
            <a:pPr>
              <a:lnSpc>
                <a:spcPct val="90000"/>
              </a:lnSpc>
              <a:spcAft>
                <a:spcPts val="600"/>
              </a:spcAft>
            </a:pPr>
            <a:fld id="{7782931A-7D25-4B4B-9464-57AE418934A3}" type="slidenum">
              <a:rPr lang="en-US" sz="600" smtClean="0"/>
              <a:pPr>
                <a:lnSpc>
                  <a:spcPct val="90000"/>
                </a:lnSpc>
                <a:spcAft>
                  <a:spcPts val="600"/>
                </a:spcAft>
              </a:pPr>
              <a:t>11</a:t>
            </a:fld>
            <a:endParaRPr lang="en-US" sz="600"/>
          </a:p>
        </p:txBody>
      </p:sp>
      <p:graphicFrame>
        <p:nvGraphicFramePr>
          <p:cNvPr id="7" name="Table Placeholder 6">
            <a:extLst>
              <a:ext uri="{FF2B5EF4-FFF2-40B4-BE49-F238E27FC236}">
                <a16:creationId xmlns:a16="http://schemas.microsoft.com/office/drawing/2014/main" id="{D8B05A9F-1867-E6BA-D97A-3AF28DB4D6D6}"/>
              </a:ext>
            </a:extLst>
          </p:cNvPr>
          <p:cNvGraphicFramePr>
            <a:graphicFrameLocks noGrp="1"/>
          </p:cNvGraphicFramePr>
          <p:nvPr>
            <p:ph type="tbl" sz="quarter" idx="10"/>
            <p:extLst>
              <p:ext uri="{D42A27DB-BD31-4B8C-83A1-F6EECF244321}">
                <p14:modId xmlns:p14="http://schemas.microsoft.com/office/powerpoint/2010/main" val="3843974131"/>
              </p:ext>
            </p:extLst>
          </p:nvPr>
        </p:nvGraphicFramePr>
        <p:xfrm>
          <a:off x="1163560" y="2151529"/>
          <a:ext cx="9199640" cy="3187849"/>
        </p:xfrm>
        <a:graphic>
          <a:graphicData uri="http://schemas.openxmlformats.org/drawingml/2006/table">
            <a:tbl>
              <a:tblPr firstRow="1" bandRow="1"/>
              <a:tblGrid>
                <a:gridCol w="3630163">
                  <a:extLst>
                    <a:ext uri="{9D8B030D-6E8A-4147-A177-3AD203B41FA5}">
                      <a16:colId xmlns:a16="http://schemas.microsoft.com/office/drawing/2014/main" val="3697176583"/>
                    </a:ext>
                  </a:extLst>
                </a:gridCol>
                <a:gridCol w="5569477">
                  <a:extLst>
                    <a:ext uri="{9D8B030D-6E8A-4147-A177-3AD203B41FA5}">
                      <a16:colId xmlns:a16="http://schemas.microsoft.com/office/drawing/2014/main" val="1498462106"/>
                    </a:ext>
                  </a:extLst>
                </a:gridCol>
              </a:tblGrid>
              <a:tr h="455407">
                <a:tc>
                  <a:txBody>
                    <a:bodyPr/>
                    <a:lstStyle/>
                    <a:p>
                      <a:pPr algn="l" fontAlgn="b">
                        <a:buNone/>
                      </a:pPr>
                      <a:r>
                        <a:rPr lang="en-US" sz="1800" b="1">
                          <a:solidFill>
                            <a:schemeClr val="bg1"/>
                          </a:solidFill>
                          <a:effectLst/>
                        </a:rPr>
                        <a:t>Optimization</a:t>
                      </a:r>
                    </a:p>
                  </a:txBody>
                  <a:tcPr marL="49486" marR="49486" marT="24742" marB="24742" anchor="b">
                    <a:lnL w="9525" cap="flat" cmpd="sng" algn="ctr">
                      <a:solidFill>
                        <a:srgbClr val="103B06"/>
                      </a:solidFill>
                      <a:prstDash val="solid"/>
                      <a:round/>
                      <a:headEnd type="none" w="med" len="med"/>
                      <a:tailEnd type="none" w="med" len="med"/>
                    </a:lnL>
                    <a:lnR w="9525" cap="flat" cmpd="sng" algn="ctr">
                      <a:solidFill>
                        <a:srgbClr val="2053E1"/>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
                        <a:buNone/>
                      </a:pPr>
                      <a:r>
                        <a:rPr lang="en-US" sz="1800" b="1">
                          <a:solidFill>
                            <a:schemeClr val="bg1"/>
                          </a:solidFill>
                          <a:effectLst/>
                        </a:rPr>
                        <a:t>Value</a:t>
                      </a:r>
                    </a:p>
                  </a:txBody>
                  <a:tcPr marL="49486" marR="49486" marT="24742" marB="24742" anchor="b">
                    <a:lnL w="9525" cap="flat" cmpd="sng" algn="ctr">
                      <a:solidFill>
                        <a:srgbClr val="2053E1"/>
                      </a:solidFill>
                      <a:prstDash val="solid"/>
                      <a:round/>
                      <a:headEnd type="none" w="med" len="med"/>
                      <a:tailEnd type="none" w="med" len="med"/>
                    </a:lnL>
                    <a:lnR w="9525" cap="flat" cmpd="sng" algn="ctr">
                      <a:solidFill>
                        <a:srgbClr val="2053E1"/>
                      </a:solidFill>
                      <a:prstDash val="solid"/>
                      <a:round/>
                      <a:headEnd type="none" w="med" len="med"/>
                      <a:tailEnd type="none" w="med" len="med"/>
                    </a:lnR>
                    <a:lnT w="9525" cap="flat" cmpd="sng" algn="ctr">
                      <a:solidFill>
                        <a:srgbClr val="2053E1"/>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3301426201"/>
                  </a:ext>
                </a:extLst>
              </a:tr>
              <a:tr h="455407">
                <a:tc>
                  <a:txBody>
                    <a:bodyPr/>
                    <a:lstStyle/>
                    <a:p>
                      <a:pPr algn="l" fontAlgn="base">
                        <a:buNone/>
                      </a:pPr>
                      <a:r>
                        <a:rPr lang="en-US" sz="1800" b="1">
                          <a:solidFill>
                            <a:schemeClr val="bg1"/>
                          </a:solidFill>
                          <a:effectLst/>
                        </a:rPr>
                        <a:t>Optimizer</a:t>
                      </a:r>
                      <a:endParaRPr lang="en-US" sz="180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a:solidFill>
                            <a:schemeClr val="bg1"/>
                          </a:solidFill>
                          <a:effectLst/>
                        </a:rPr>
                        <a:t>AdamW (weight_decay=0.01)</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358024300"/>
                  </a:ext>
                </a:extLst>
              </a:tr>
              <a:tr h="455407">
                <a:tc>
                  <a:txBody>
                    <a:bodyPr/>
                    <a:lstStyle/>
                    <a:p>
                      <a:pPr algn="l" fontAlgn="base">
                        <a:buNone/>
                      </a:pPr>
                      <a:r>
                        <a:rPr lang="en-US" sz="1800" b="1" dirty="0">
                          <a:solidFill>
                            <a:schemeClr val="bg1"/>
                          </a:solidFill>
                          <a:effectLst/>
                        </a:rPr>
                        <a:t>LR Schedule</a:t>
                      </a:r>
                      <a:endParaRPr lang="en-US" sz="1800" dirty="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dirty="0">
                          <a:solidFill>
                            <a:schemeClr val="bg1"/>
                          </a:solidFill>
                          <a:effectLst/>
                        </a:rPr>
                        <a:t>10% Linear Warmup → Cosine Annealing</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2643316418"/>
                  </a:ext>
                </a:extLst>
              </a:tr>
              <a:tr h="455407">
                <a:tc>
                  <a:txBody>
                    <a:bodyPr/>
                    <a:lstStyle/>
                    <a:p>
                      <a:pPr algn="l" fontAlgn="base">
                        <a:buNone/>
                      </a:pPr>
                      <a:r>
                        <a:rPr lang="en-US" sz="1800" b="1">
                          <a:solidFill>
                            <a:schemeClr val="bg1"/>
                          </a:solidFill>
                          <a:effectLst/>
                        </a:rPr>
                        <a:t>Gradient Accumulation</a:t>
                      </a:r>
                      <a:endParaRPr lang="en-US" sz="180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a:solidFill>
                            <a:schemeClr val="bg1"/>
                          </a:solidFill>
                          <a:effectLst/>
                        </a:rPr>
                        <a:t>4 steps (effective batch = 32)</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4003581948"/>
                  </a:ext>
                </a:extLst>
              </a:tr>
              <a:tr h="455407">
                <a:tc>
                  <a:txBody>
                    <a:bodyPr/>
                    <a:lstStyle/>
                    <a:p>
                      <a:pPr algn="l" fontAlgn="base">
                        <a:buNone/>
                      </a:pPr>
                      <a:r>
                        <a:rPr lang="en-US" sz="1800" b="1">
                          <a:solidFill>
                            <a:schemeClr val="bg1"/>
                          </a:solidFill>
                          <a:effectLst/>
                        </a:rPr>
                        <a:t>Gradient Clipping</a:t>
                      </a:r>
                      <a:endParaRPr lang="en-US" sz="180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a:solidFill>
                            <a:schemeClr val="bg1"/>
                          </a:solidFill>
                          <a:effectLst/>
                        </a:rPr>
                        <a:t>max_norm = 1.0</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3783798319"/>
                  </a:ext>
                </a:extLst>
              </a:tr>
              <a:tr h="455407">
                <a:tc>
                  <a:txBody>
                    <a:bodyPr/>
                    <a:lstStyle/>
                    <a:p>
                      <a:pPr algn="l" fontAlgn="base">
                        <a:buNone/>
                      </a:pPr>
                      <a:r>
                        <a:rPr lang="en-US" sz="1800" b="1">
                          <a:solidFill>
                            <a:schemeClr val="bg1"/>
                          </a:solidFill>
                          <a:effectLst/>
                        </a:rPr>
                        <a:t>K-Fold CV</a:t>
                      </a:r>
                      <a:endParaRPr lang="en-US" sz="180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a:solidFill>
                            <a:schemeClr val="bg1"/>
                          </a:solidFill>
                          <a:effectLst/>
                        </a:rPr>
                        <a:t>3 folds for robust evaluation</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2294066319"/>
                  </a:ext>
                </a:extLst>
              </a:tr>
              <a:tr h="455407">
                <a:tc>
                  <a:txBody>
                    <a:bodyPr/>
                    <a:lstStyle/>
                    <a:p>
                      <a:pPr algn="l" fontAlgn="base">
                        <a:buNone/>
                      </a:pPr>
                      <a:r>
                        <a:rPr lang="en-US" sz="1800" b="1">
                          <a:solidFill>
                            <a:schemeClr val="bg1"/>
                          </a:solidFill>
                          <a:effectLst/>
                        </a:rPr>
                        <a:t>Gradient Checkpointing</a:t>
                      </a:r>
                      <a:endParaRPr lang="en-US" sz="1800">
                        <a:solidFill>
                          <a:schemeClr val="bg1"/>
                        </a:solidFill>
                        <a:effectLst/>
                      </a:endParaRP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tc>
                  <a:txBody>
                    <a:bodyPr/>
                    <a:lstStyle/>
                    <a:p>
                      <a:pPr algn="l" fontAlgn="base">
                        <a:buNone/>
                      </a:pPr>
                      <a:r>
                        <a:rPr lang="en-US" sz="1800" dirty="0">
                          <a:solidFill>
                            <a:schemeClr val="bg1"/>
                          </a:solidFill>
                          <a:effectLst/>
                        </a:rPr>
                        <a:t>Memory-efficient Conformer</a:t>
                      </a:r>
                    </a:p>
                  </a:txBody>
                  <a:tcPr marL="49486" marR="49486" marT="24742" marB="24742" anchor="ctr">
                    <a:lnL w="9525" cap="flat" cmpd="sng" algn="ctr">
                      <a:solidFill>
                        <a:srgbClr val="103B06"/>
                      </a:solidFill>
                      <a:prstDash val="solid"/>
                      <a:round/>
                      <a:headEnd type="none" w="med" len="med"/>
                      <a:tailEnd type="none" w="med" len="med"/>
                    </a:lnL>
                    <a:lnR w="9525" cap="flat" cmpd="sng" algn="ctr">
                      <a:solidFill>
                        <a:srgbClr val="103B06"/>
                      </a:solidFill>
                      <a:prstDash val="solid"/>
                      <a:round/>
                      <a:headEnd type="none" w="med" len="med"/>
                      <a:tailEnd type="none" w="med" len="med"/>
                    </a:lnR>
                    <a:lnT w="9525" cap="flat" cmpd="sng" algn="ctr">
                      <a:solidFill>
                        <a:srgbClr val="103B06"/>
                      </a:solidFill>
                      <a:prstDash val="solid"/>
                      <a:round/>
                      <a:headEnd type="none" w="med" len="med"/>
                      <a:tailEnd type="none" w="med" len="med"/>
                    </a:lnT>
                    <a:lnB w="9525" cap="flat" cmpd="sng" algn="ctr">
                      <a:solidFill>
                        <a:srgbClr val="103B06"/>
                      </a:solidFill>
                      <a:prstDash val="solid"/>
                      <a:round/>
                      <a:headEnd type="none" w="med" len="med"/>
                      <a:tailEnd type="none" w="med" len="med"/>
                    </a:lnB>
                    <a:noFill/>
                  </a:tcPr>
                </a:tc>
                <a:extLst>
                  <a:ext uri="{0D108BD9-81ED-4DB2-BD59-A6C34878D82A}">
                    <a16:rowId xmlns:a16="http://schemas.microsoft.com/office/drawing/2014/main" val="3308468893"/>
                  </a:ext>
                </a:extLst>
              </a:tr>
            </a:tbl>
          </a:graphicData>
        </a:graphic>
      </p:graphicFrame>
      <p:sp>
        <p:nvSpPr>
          <p:cNvPr id="9" name="TextBox 8">
            <a:extLst>
              <a:ext uri="{FF2B5EF4-FFF2-40B4-BE49-F238E27FC236}">
                <a16:creationId xmlns:a16="http://schemas.microsoft.com/office/drawing/2014/main" id="{368BB69F-E21A-50ED-7EE9-AC1FE1609FB9}"/>
              </a:ext>
            </a:extLst>
          </p:cNvPr>
          <p:cNvSpPr txBox="1"/>
          <p:nvPr/>
        </p:nvSpPr>
        <p:spPr>
          <a:xfrm>
            <a:off x="8010101" y="6244381"/>
            <a:ext cx="1522982" cy="276999"/>
          </a:xfrm>
          <a:prstGeom prst="rect">
            <a:avLst/>
          </a:prstGeom>
          <a:noFill/>
        </p:spPr>
        <p:txBody>
          <a:bodyPr wrap="square">
            <a:spAutoFit/>
          </a:bodyPr>
          <a:lstStyle/>
          <a:p>
            <a:r>
              <a:rPr lang="en-US" sz="1200" b="1" dirty="0">
                <a:solidFill>
                  <a:schemeClr val="bg1"/>
                </a:solidFill>
              </a:rPr>
              <a:t> </a:t>
            </a:r>
          </a:p>
        </p:txBody>
      </p:sp>
      <p:sp>
        <p:nvSpPr>
          <p:cNvPr id="10" name="Footer Placeholder 5">
            <a:extLst>
              <a:ext uri="{FF2B5EF4-FFF2-40B4-BE49-F238E27FC236}">
                <a16:creationId xmlns:a16="http://schemas.microsoft.com/office/drawing/2014/main" id="{3339E3E3-444C-391D-D2EC-9743AE443555}"/>
              </a:ext>
            </a:extLst>
          </p:cNvPr>
          <p:cNvSpPr txBox="1">
            <a:spLocks/>
          </p:cNvSpPr>
          <p:nvPr/>
        </p:nvSpPr>
        <p:spPr>
          <a:xfrm>
            <a:off x="8298180" y="6294120"/>
            <a:ext cx="1462788"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dirty="0"/>
              <a:t>Decoding Silent Speech</a:t>
            </a:r>
          </a:p>
        </p:txBody>
      </p:sp>
    </p:spTree>
    <p:extLst>
      <p:ext uri="{BB962C8B-B14F-4D97-AF65-F5344CB8AC3E}">
        <p14:creationId xmlns:p14="http://schemas.microsoft.com/office/powerpoint/2010/main" val="40732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67F85-B014-E54D-AC82-A789515E821B}"/>
              </a:ext>
            </a:extLst>
          </p:cNvPr>
          <p:cNvSpPr>
            <a:spLocks noGrp="1"/>
          </p:cNvSpPr>
          <p:nvPr>
            <p:ph type="title"/>
          </p:nvPr>
        </p:nvSpPr>
        <p:spPr/>
        <p:txBody>
          <a:bodyPr/>
          <a:lstStyle/>
          <a:p>
            <a:r>
              <a:rPr lang="en-US" dirty="0"/>
              <a:t>Thank you</a:t>
            </a:r>
          </a:p>
        </p:txBody>
      </p:sp>
      <p:pic>
        <p:nvPicPr>
          <p:cNvPr id="7" name="Picture Placeholder 6" descr="White Darts">
            <a:extLst>
              <a:ext uri="{FF2B5EF4-FFF2-40B4-BE49-F238E27FC236}">
                <a16:creationId xmlns:a16="http://schemas.microsoft.com/office/drawing/2014/main" id="{8A7A839A-FCAC-2F45-B138-DD0DC7C61FB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3" name="Content Placeholder 2">
            <a:extLst>
              <a:ext uri="{FF2B5EF4-FFF2-40B4-BE49-F238E27FC236}">
                <a16:creationId xmlns:a16="http://schemas.microsoft.com/office/drawing/2014/main" id="{8D87CE19-F795-8240-B223-A5CA7C9DE0E5}"/>
              </a:ext>
            </a:extLst>
          </p:cNvPr>
          <p:cNvSpPr>
            <a:spLocks noGrp="1"/>
          </p:cNvSpPr>
          <p:nvPr>
            <p:ph sz="half" idx="1"/>
          </p:nvPr>
        </p:nvSpPr>
        <p:spPr/>
        <p:txBody>
          <a:bodyPr/>
          <a:lstStyle/>
          <a:p>
            <a:r>
              <a:rPr lang="en-US" dirty="0" err="1"/>
              <a:t>acxjkhckjash</a:t>
            </a:r>
            <a:endParaRPr lang="en-US" dirty="0"/>
          </a:p>
        </p:txBody>
      </p:sp>
      <p:sp>
        <p:nvSpPr>
          <p:cNvPr id="5" name="Content Placeholder 4">
            <a:extLst>
              <a:ext uri="{FF2B5EF4-FFF2-40B4-BE49-F238E27FC236}">
                <a16:creationId xmlns:a16="http://schemas.microsoft.com/office/drawing/2014/main" id="{788D6534-C18A-6F43-BFAE-88E2F83FD9B4}"/>
              </a:ext>
            </a:extLst>
          </p:cNvPr>
          <p:cNvSpPr>
            <a:spLocks noGrp="1"/>
          </p:cNvSpPr>
          <p:nvPr>
            <p:ph sz="quarter" idx="12"/>
          </p:nvPr>
        </p:nvSpPr>
        <p:spPr/>
        <p:txBody>
          <a:bodyPr/>
          <a:lstStyle/>
          <a:p>
            <a:r>
              <a:rPr lang="en-US" b="1" dirty="0"/>
              <a:t>Contoso</a:t>
            </a:r>
            <a:r>
              <a:rPr lang="en-US" dirty="0"/>
              <a:t>      </a:t>
            </a:r>
          </a:p>
          <a:p>
            <a:r>
              <a:rPr lang="en-US" dirty="0"/>
              <a:t>sales@contoso.com</a:t>
            </a:r>
          </a:p>
        </p:txBody>
      </p:sp>
      <p:sp>
        <p:nvSpPr>
          <p:cNvPr id="6" name="Footer Placeholder 5">
            <a:extLst>
              <a:ext uri="{FF2B5EF4-FFF2-40B4-BE49-F238E27FC236}">
                <a16:creationId xmlns:a16="http://schemas.microsoft.com/office/drawing/2014/main" id="{7F17CE90-6DC0-4BAD-AFD2-6566038ECD03}"/>
              </a:ext>
            </a:extLst>
          </p:cNvPr>
          <p:cNvSpPr>
            <a:spLocks noGrp="1"/>
          </p:cNvSpPr>
          <p:nvPr>
            <p:ph type="ftr" sz="quarter" idx="14"/>
          </p:nvPr>
        </p:nvSpPr>
        <p:spPr>
          <a:xfrm>
            <a:off x="8298180" y="6294120"/>
            <a:ext cx="1462788" cy="182880"/>
          </a:xfrm>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8A0CAF6B-5914-4E2F-90A1-4B2D92D5ADC0}"/>
              </a:ext>
            </a:extLst>
          </p:cNvPr>
          <p:cNvSpPr>
            <a:spLocks noGrp="1"/>
          </p:cNvSpPr>
          <p:nvPr>
            <p:ph type="sldNum" sz="quarter" idx="15"/>
          </p:nvPr>
        </p:nvSpPr>
        <p:spPr>
          <a:xfrm>
            <a:off x="11493500" y="6292334"/>
            <a:ext cx="412750" cy="182880"/>
          </a:xfrm>
        </p:spPr>
        <p:txBody>
          <a:bodyPr/>
          <a:lstStyle/>
          <a:p>
            <a:fld id="{7782931A-7D25-4B4B-9464-57AE418934A3}" type="slidenum">
              <a:rPr lang="en-US" smtClean="0"/>
              <a:pPr/>
              <a:t>12</a:t>
            </a:fld>
            <a:endParaRPr lang="en-US"/>
          </a:p>
        </p:txBody>
      </p:sp>
      <p:sp>
        <p:nvSpPr>
          <p:cNvPr id="11" name="Date Placeholder 5">
            <a:extLst>
              <a:ext uri="{FF2B5EF4-FFF2-40B4-BE49-F238E27FC236}">
                <a16:creationId xmlns:a16="http://schemas.microsoft.com/office/drawing/2014/main" id="{1B14126F-4B52-483C-8C08-EBEA0B493FA3}"/>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September 3, 20XX </a:t>
            </a:r>
          </a:p>
        </p:txBody>
      </p:sp>
    </p:spTree>
    <p:extLst>
      <p:ext uri="{BB962C8B-B14F-4D97-AF65-F5344CB8AC3E}">
        <p14:creationId xmlns:p14="http://schemas.microsoft.com/office/powerpoint/2010/main" val="1743235640"/>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35">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A_Win32_MW_JS_SL_v2" id="{44541DF4-21D6-4F7A-B904-007D7865A971}" vid="{47A233BE-44D9-439C-9A9E-AF9EA0822A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49A8C3-21EC-4C35-871F-CCC7148089A3}">
  <ds:schemaRefs>
    <ds:schemaRef ds:uri="http://schemas.microsoft.com/sharepoint/v3/contenttype/forms"/>
  </ds:schemaRefs>
</ds:datastoreItem>
</file>

<file path=customXml/itemProps2.xml><?xml version="1.0" encoding="utf-8"?>
<ds:datastoreItem xmlns:ds="http://schemas.openxmlformats.org/officeDocument/2006/customXml" ds:itemID="{29D363B3-DC66-45B9-8B2A-DA220F5DD1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1B53F0-FE0E-4C4C-84FF-93580062270A}">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828</Words>
  <Application>Microsoft Macintosh PowerPoint</Application>
  <PresentationFormat>Widescreen</PresentationFormat>
  <Paragraphs>174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Nova</vt:lpstr>
      <vt:lpstr>Calibri</vt:lpstr>
      <vt:lpstr>Wingdings</vt:lpstr>
      <vt:lpstr>Theme1</vt:lpstr>
      <vt:lpstr>Brain To Text: Mapping Intracortical Neural Activity to Text</vt:lpstr>
      <vt:lpstr>Overview</vt:lpstr>
      <vt:lpstr> Overview</vt:lpstr>
      <vt:lpstr>The dataset</vt:lpstr>
      <vt:lpstr>The pipeline</vt:lpstr>
      <vt:lpstr>Handling Session Drift</vt:lpstr>
      <vt:lpstr>Architecture</vt:lpstr>
      <vt:lpstr>Training</vt:lpstr>
      <vt:lpstr>”</vt:lpstr>
      <vt:lpstr>Multi-Stage Decoding Pipeline</vt:lpstr>
      <vt:lpstr>Training Optimizations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2020-10-14T20:00:28Z</dcterms:created>
  <dcterms:modified xsi:type="dcterms:W3CDTF">2026-01-25T13:31:55Z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